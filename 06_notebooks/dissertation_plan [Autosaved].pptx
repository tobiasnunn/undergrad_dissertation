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0" r:id="rId5"/>
    <p:sldId id="271" r:id="rId6"/>
    <p:sldId id="272" r:id="rId7"/>
    <p:sldId id="261" r:id="rId8"/>
    <p:sldId id="263" r:id="rId9"/>
    <p:sldId id="264" r:id="rId10"/>
    <p:sldId id="274" r:id="rId11"/>
    <p:sldId id="275" r:id="rId12"/>
    <p:sldId id="265" r:id="rId13"/>
    <p:sldId id="273" r:id="rId14"/>
    <p:sldId id="266" r:id="rId15"/>
    <p:sldId id="267" r:id="rId16"/>
    <p:sldId id="259" r:id="rId17"/>
    <p:sldId id="260" r:id="rId18"/>
    <p:sldId id="262" r:id="rId19"/>
    <p:sldId id="268" r:id="rId20"/>
    <p:sldId id="269"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68" d="100"/>
          <a:sy n="68" d="100"/>
        </p:scale>
        <p:origin x="1692"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17.002"/>
    </inkml:context>
    <inkml:brush xml:id="br0">
      <inkml:brushProperty name="width" value="0.035" units="cm"/>
      <inkml:brushProperty name="height" value="0.035" units="cm"/>
    </inkml:brush>
  </inkml:definitions>
  <inkml:trace contextRef="#ctx0" brushRef="#br0">1 276 24575,'28'-1'0,"1"-2"0,51-11 0,-73 12 0,9 0 0,0 0 0,0 1 0,1 1 0,-1 0 0,0 1 0,0 1 0,0 0 0,-1 1 0,21 7 0,-15-3 0,-1 0 0,0 2 0,-1 0 0,1 2 0,-2 0 0,24 18 0,-28-17 0,0 1 0,-1 0 0,-1 1 0,22 31 0,-32-42 0,0 0 0,-1 0 0,1 0 0,-1 0 0,1 0 0,-1 1 0,0-1 0,0 0 0,-1 1 0,1-1 0,-1 1 0,0-1 0,0 1 0,0 6 0,-1-8 0,1 0 0,-1 0 0,1 0 0,-1 0 0,0 0 0,0 0 0,0 0 0,0 0 0,0 0 0,-1 0 0,1-1 0,-1 1 0,1 0 0,-1-1 0,1 0 0,-1 1 0,0-1 0,0 0 0,1 0 0,-1 0 0,0 0 0,0 0 0,0 0 0,0 0 0,-3 0 0,-7 2 0,1-1 0,-1-1 0,0 0 0,1-1 0,-1 0 0,0 0 0,1-1 0,-1-1 0,0 0 0,1-1 0,-19-6 0,14 3 0,1-1 0,-1 0 0,1-1 0,1-1 0,-1 0 0,2-1 0,-20-17 0,-131-145 0,145 151 0,11 11 0,0-1 0,1 0 0,0-1 0,1 1 0,0-1 0,1 0 0,0-1 0,1 1 0,1-1 0,0 0 0,-2-18 0,4 26 0,1 0 0,0 0 0,0 0 0,0 0 0,0 1 0,1-1 0,0 0 0,0 0 0,0 0 0,3-6 0,-3 9 0,0-1 0,0 1 0,0 0 0,1 0 0,-1 0 0,1 0 0,0 0 0,-1 0 0,1 1 0,0-1 0,0 0 0,0 1 0,0-1 0,1 1 0,-1 0 0,0 0 0,1 0 0,-1 0 0,0 0 0,1 0 0,3 0 0,0 0 0,0 0 0,1 1 0,-1 0 0,1 0 0,-1 0 0,1 1 0,-1 0 0,0 0 0,1 1 0,-1-1 0,0 1 0,0 1 0,0-1 0,0 1 0,8 5 0,51 23 0,-48-24 0,0 0 0,-1 2 0,0 0 0,22 16 0,-33-20 0,0-1 0,-1 1 0,0 0 0,0 0 0,0 0 0,-1 1 0,0-1 0,0 1 0,0 0 0,-1 0 0,3 6 0,-3-2 0,1-1 0,-2 1 0,1-1 0,-1 1 0,0 0 0,-2 15 0,1-23 0,-1 1 0,1-1 0,-1 0 0,1 0 0,-1 0 0,0 0 0,0 0 0,0 0 0,0-1 0,0 1 0,-1 0 0,1 0 0,0-1 0,-1 1 0,1-1 0,-1 1 0,0-1 0,1 0 0,-1 1 0,-2 0 0,3-2 0,0 1 0,-1 0 0,1-1 0,0 1 0,0-1 0,-1 0 0,1 1 0,0-1 0,0 0 0,-1 0 0,1 0 0,0 0 0,-1 0 0,1 0 0,0 0 0,-1 0 0,1 0 0,0-1 0,0 1 0,-1 0 0,1-1 0,0 1 0,0-1 0,0 0 0,-1 1 0,1-1 0,0 0 0,0 0 0,0 0 0,0 0 0,0 0 0,1 0 0,-2-1 0,1 2 0,1-1 0,-1 0 0,1 0 0,-1 0 0,1 1 0,-1-1 0,1 0 0,0 0 0,-1 0 0,1 0 0,0 0 0,0 0 0,-1 0 0,1 0 0,0 0 0,0 0 0,0 0 0,0 1 0,0-1 0,1 0 0,-1 0 0,1-2 0,-1 2 0,1-1 0,0 1 0,0 0 0,0-1 0,0 1 0,0 0 0,0 0 0,1 0 0,-1 0 0,0 0 0,1 0 0,1-1 0,2-1 0,1 1 0,0 0 0,-1 0 0,1 0 0,0 1 0,8-2 0,-10 3 0,0 0 0,0 0 0,0 0 0,-1 0 0,1 1 0,0 0 0,0 0 0,0 0 0,0 0 0,-1 0 0,1 1 0,-1 0 0,7 3 0,-4 0 0,1 0 0,-1 0 0,-1 0 0,1 1 0,-1 0 0,5 6 0,-8-8 0,0-1 0,0 0 0,0 1 0,-1-1 0,1 1 0,-1-1 0,0 1 0,0 0 0,0-1 0,0 1 0,0 5 0,-1-6 0,0-1 0,0 1 0,0-1 0,-1 1 0,1-1 0,-1 1 0,1-1 0,-1 0 0,0 1 0,0-1 0,0 0 0,0 1 0,0-1 0,0 0 0,-1 0 0,1 0 0,-1 0 0,-2 2 0,-2 2 0,-2 0 0,1 0 0,-1-1 0,1 0 0,-2 0 0,1-1 0,0 0 0,-1 0 0,0-1 0,1 0 0,-1-1 0,-1 0 0,1 0 0,0-1 0,0 0 0,-1-1 0,1 0 0,-15-2 0,21 1 0,0 0 0,0 0 0,0 0 0,0 0 0,0 0 0,0-1 0,0 0 0,1 1 0,-1-1 0,0 0 0,1 0 0,0-1 0,-1 1 0,-1-3 0,1 1 0,0 0 0,0-1 0,1 1 0,-1-1 0,1 0 0,0 0 0,0 1 0,-1-10 0,2 10 0,0-1 0,0 0 0,1 1 0,0-1 0,0 0 0,0 1 0,1-1 0,-1 0 0,3-7 0,-2 10 0,0-1 0,0 0 0,0 1 0,0-1 0,1 1 0,-1-1 0,1 1 0,0 0 0,-1 0 0,1 0 0,0 0 0,0 0 0,0 0 0,1 0 0,-1 0 0,3-1 0,-2 2 0,1 0 0,-1 0 0,0 0 0,0 0 0,1 0 0,-1 1 0,0-1 0,1 1 0,-1 0 0,0 0 0,1 0 0,-1 1 0,0-1 0,1 1 0,-1 0 0,0 0 0,0 0 0,0 0 0,6 3 0,-2 0 0,0 0 0,0 1 0,-1-1 0,0 1 0,1 1 0,-2-1 0,8 8 0,-11-9 0,1-1 0,-1 1 0,0 0 0,0 0 0,0 0 0,-1 0 0,0 0 0,1 0 0,-1 0 0,-1 1 0,2 7 0,-2 1 0,0 1 0,-2 20 0,2-33 0,-1 1 0,1 0 0,0 0 0,-1 0 0,1-1 0,-1 1 0,0 0 0,0-1 0,1 1 0,-1 0 0,0-1 0,0 1 0,-1-1 0,1 0 0,0 1 0,0-1 0,-1 0 0,-2 2 0,2-1 0,-1-1 0,1 0 0,-1 0 0,1 0 0,-1 0 0,0 0 0,0-1 0,1 1 0,-1-1 0,0 1 0,-4-1 0,3 0 0,-1-1 0,0 1 0,0-1 0,0 0 0,0 0 0,1 0 0,-1-1 0,0 0 0,1 0 0,-1 0 0,1 0 0,0-1 0,-7-5 0,7 5 10,1-1 0,-1 0 0,1 0 0,0 0 0,0 0 0,1-1 0,-1 1 0,1-1 0,0 1 0,0-1 0,-1-6 0,1 1-307,1 0 0,0 0 0,0 0 0,1-17 0,1 13-6529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59.026"/>
    </inkml:context>
    <inkml:brush xml:id="br0">
      <inkml:brushProperty name="width" value="0.035" units="cm"/>
      <inkml:brushProperty name="height" value="0.035" units="cm"/>
    </inkml:brush>
  </inkml:definitions>
  <inkml:trace contextRef="#ctx0" brushRef="#br0">8359 1 24575,'-3'2'0,"0"0"0,1-1 0,-1 1 0,0-1 0,0 0 0,0 1 0,0-1 0,-6 1 0,-8 3 0,-22 12 0,-4 2 0,-68 19 0,-59 16 0,58-17 0,-107 31-1155,-503 168 587,317-86 574,-207 74-165,478-178-365,-126 46 129,7 17 1912,-233 153-239,41-36-1278,141-80 0,294-141 0,-465 261 0,404-221 0,-439 296 0,379-242 0,-281 198 0,143-96 0,184-141 0,16-12 0,58-39 0,1 1 0,-18 21 0,20-20 0,-1-1 0,-1-1 0,-12 12 0,-7 3 0,2 1 0,-28 35 0,32-35 0,-132 148 0,-105 110 0,208-234 0,28-28 0,1 1 0,1 1 0,-20 27 0,35-40 0,4-6 0,0-1 0,0 1 0,1 0 0,0 0 0,0-1 0,0 1 0,0 1 0,1-1 0,-2 5 0,2-6 0,1 0 0,-1 0 0,0 0 0,0 0 0,0-1 0,0 1 0,0 0 0,0 0 0,-1-1 0,0 1 0,1-1 0,-1 1 0,-3 2 0,2-3 0,0 0 0,0 0 0,0 0 0,-1 0 0,1 0 0,0-1 0,-1 1 0,1-1 0,-1 0 0,-6 1 0,-7 2 0,0 1 0,0 1 0,0 0 0,0 1 0,1 1 0,0 0 0,1 1 0,-25 20 0,-185 163 0,137-112-139,-255 210-557,300-255 696,28-20 0,-2-1 0,0-1 0,-1-1 0,-32 17 0,47-27 35,0-1 0,1 0-1,-1 0 1,0 0 0,0-1 0,0 1 0,0-1-1,0 1 1,0-1 0,0 0 0,-6-1 0,8 1-19,-1-1 0,1 1 0,0-1 0,-1 1 0,1-1 0,0 0 0,-1 1 0,1-1 0,0 0 0,0 0 0,0 0 0,0 0 0,0 0 1,0 0-1,0 0 0,0 0 0,0-1 0,0 1 0,1 0 0,-1 0 0,1-1 0,-1 1 0,1 0 0,-1-1 0,0-2 0,-3-36-1381,4 21-5461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1:03.442"/>
    </inkml:context>
    <inkml:brush xml:id="br0">
      <inkml:brushProperty name="width" value="0.035" units="cm"/>
      <inkml:brushProperty name="height" value="0.035" units="cm"/>
    </inkml:brush>
  </inkml:definitions>
  <inkml:trace contextRef="#ctx0" brushRef="#br0">1 0 24575,'8'1'0,"0"-1"0,-1 2 0,1-1 0,0 1 0,0 0 0,10 4 0,45 24 0,-31-14 0,109 57 0,150 101 0,-148-75 0,-58-38 0,128 119 0,-203-172 0,1 0 0,21 11 0,-3-1 0,97 69 0,-119-83 0,-1-1 0,1 0 0,12 3 0,11 5 0,-2 0 0,1-1 0,1-2 0,33 5 0,26 8 0,356 141 0,-432-156 0,384 176 0,-281-127 0,40 22 0,192 84 0,104 30 0,-177-74 0,-226-96 0,206 82 0,12 14 0,-9 17 0,-195-101 0,322 142 0,-135-67 0,64 33 0,8-16 0,217 88 0,-509-200 0,571 258 0,-420-178 0,-21-12 0,141 79 0,-186-97 0,263 112 0,-156-74 0,-132-57 0,20 14 0,24 11 0,13 1 0,32 14 0,123 51 0,-120-52 0,-89-40 0,162 105 0,-170-86 0,-74-53 0,0 1 0,-1 0 0,-1 0 0,0 1 0,11 17 0,-17-24 0,0-1 0,1 1 0,-1 0 0,1-1 0,-1 0 0,1 0 0,0 0 0,0 0 0,1-1 0,5 3 0,-1 0 0,1-1 0,0-1 0,19 5 0,-19-6 0,0 0 0,1-1 0,-1-1 0,0 1 0,0-2 0,0 1 0,20-5 0,-28 4 0,-1 1 0,1-1 0,0 0 0,0 0 0,-1 0 0,1 0 0,-1 0 0,1-1 0,-1 1 0,1 0 0,-1-1 0,0 1 0,0-1 0,0 1 0,0-1 0,0 1 0,0-1 0,0 0 0,0 0 0,-1 1 0,1-1 0,0 0 0,-1 0 0,0 0 0,1 0 0,-1 0 0,0 0 0,0 0 0,0 0 0,-1-3 0,1 3 0,0-1 0,-1 0 0,0 0 0,1 0 0,-1 1 0,0-1 0,0 0 0,0 1 0,-1-1 0,1 1 0,-1-1 0,1 1 0,-1 0 0,0-1 0,0 1 0,0 0 0,0 0 0,0 1 0,-5-4 0,-5 0-227,0 1-1,0 0 1,-1 1-1,1 0 1,-19-1-1,16 3-6598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1:27.134"/>
    </inkml:context>
    <inkml:brush xml:id="br0">
      <inkml:brushProperty name="width" value="0.035" units="cm"/>
      <inkml:brushProperty name="height" value="0.035" units="cm"/>
    </inkml:brush>
  </inkml:definitions>
  <inkml:trace contextRef="#ctx0" brushRef="#br0">1919 0 22429,'-1917'7477'0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05.572"/>
    </inkml:context>
    <inkml:brush xml:id="br0">
      <inkml:brushProperty name="width" value="0.035" units="cm"/>
      <inkml:brushProperty name="height" value="0.035" units="cm"/>
    </inkml:brush>
  </inkml:definitions>
  <inkml:trace contextRef="#ctx0" brushRef="#br0">7360 1 24575,'39'66'0,"70"93"0,-72-108 0,497 658-971,169 101 904,-388-428-226,-203-239 256,251 356 74,-82-107-231,-271-379 95,409 515-583,1015 1176-2569,-1265-1500 3146,240 270 105,14-10 0,101 115 0,-154-158-496,690 770-1951,-687-788 2491,404 451-334,584 814 1128,-949-1163 3093,-135-174-1508,-271-323-2228,126 147 1269,-116-136-1464,-1 0 0,25 41 0,-37-56 0,0-1 0,1 0 0,0 0 0,-1 0 0,1 0 0,0-1 0,0 1 0,0-1 0,1 0 0,-1 0 0,0-1 0,6 2 0,-7-2 0,-109-10 0,-157-33 0,183 27 0,-106-22-1076,-269-91 1,334 84 822,2-5 1,3-5 0,-127-80 0,44 5 252,-53-33 0,64 53-627,-4 8 0,-4 8 0,-246-78 0,202 97 627,-3 11 0,-2 10 0,-365-30 0,-150 59-881,-2 58-754,-381 80 1122,462-40 522,-270 16-1352,554-53 1237,-277 41-890,1 16 611,494-68 493,-1640 277-113,1457-239 5,-413 58 1303,-4-62 786,768-60-1732,-101-1 2481,89-1-1570,0 0 0,-41-11-1,58 11-1171,0 0 0,1-1-1,-1 0 1,1 0-1,0 0 1,0-1 0,0 0-1,0 0 1,1 0-1,-8-8 1,-11-11-123,6 8 27,15 12 0,0 0 0,-1 1 0,1-1 0,-1 1 0,0 0 0,0 0 0,0 0 0,0 0 0,0 0 0,0 0 0,0 1 0,-1 0 0,1 0 0,-1 0 0,-3-1 0,-12 0 0,0 2 0,0 0 0,0 1 0,-30 5 0,-77 23 0,115-26 0,-182 48-574,-357 88-138,-7-40 498,528-95 189,-5 1 21,1-2 0,-49-2 0,77-2 53,0 1 1,-1-2 0,1 1-1,0 0 1,0-1-1,0 0 1,0-1 0,0 1-1,1-1 1,-1 1-1,0-2 1,1 1 0,0 0-1,0-1 1,0 0-1,0 0 1,1 0-1,0 0 1,-1 0 0,2-1-1,-1 1 1,0-1-1,1 0 1,0 0 0,0 0-1,0 0 1,1 0-1,0-1 1,0 1 0,-1-11-1,2 9-49,-1 0 0,1 1 0,-1-1 0,0 0 0,-4-9 0,4 14 0,0 0 0,1 1 0,-1-1 0,0 0 0,0 1 0,-1-1 0,1 1 0,0 0 0,0-1 0,-1 1 0,1 0 0,-1-1 0,1 1 0,-1 0 0,0 0 0,1 1 0,-1-1 0,0 0 0,0 0 0,1 1 0,-1-1 0,0 1 0,0-1 0,-3 1 0,-52-2 0,12 1 0,-460-41-609,172 13 281,219 19 328,-182-40 0,244 40 937,59 10-937,1 0 0,-1-1 0,0 0 0,1-1 0,-1 0 0,0 0 0,0 0 0,0-1 0,-1 0 0,1 0 0,-1-1 0,11-7 0,0-2 0,0-1 0,-1 0 0,16-19 0,6-13 0,54-85 0,-68 94 0,10-17-97,-3-1 0,-3-1 0,25-69 0,-24 43-161,30-149 1,-13-93-521,-27 1-395,-14 10 1203,-2 15-756,0 246 661,2 0-1,2 0 1,3 1-1,2 0 1,1 1-1,26-58 0,42-77-1214,31-36 575,30-28-837,371-528-1025,49 34 2321,2 59-88,18 17-287,-406 468 1428,120-144 2748,-203 225-2969,-7-4 3558,-72 99-3407,-1 0 1,15-40-1,-20 34-737,-7 23 0,1 0 0,-1 0 0,1 1 0,0-1 0,4-7 0,86-123 0,-61 94 0,107-132 0,41-60 0,-170 219 0,-1-1 0,0 0 0,-2 0 0,0-1 0,0 0 0,4-26 0,-9 37 0,1 0 0,1 0 0,-1 1 0,1-1 0,0 0 0,1 1 0,-1 0 0,7-7 0,-7 8 0,144-179 0,28-37 0,-156 193 0,19-26 0,-2-1 0,36-75 0,-61 108 0,0 0 0,29-37 0,35-33 0,-13 17 0,186-231 0,24-60 0,-187 242 0,72-111 0,-119 170 0,-3-1 0,39-96 0,-66 126 0,-8 30 0,1-1 0,0 1 0,0 0 0,1-1 0,0 1 0,0 0 0,0 0 0,5-8 0,25-29 0,53-56 0,-12 17 0,-20 14 0,-4-2 0,-3-2 0,-3-2 0,60-137 0,-62 112 0,-39 92 0,1 0 0,0 1 0,0-1 0,1 1 0,-1 0 0,1 0 0,9-9 0,39-29 0,-22 19 0,181-170 0,-75 66 0,294-298 0,-403 398 0,-19 20 0,0 0 0,11-14 0,-16 18 0,-1 0 0,0-1 0,1 1 0,-2 0 0,1-1 0,0 1 0,-1-1 0,0 0 0,1-6 0,-1 5 0,0 0 0,-1 0 0,0 0 0,0 1 0,-1-1 0,-1-10 0,1 14 0,1 0 0,-1 0 0,0 1 0,1-1 0,-1 0 0,0 0 0,0 1 0,0-1 0,-1 0 0,1 1 0,0-1 0,-1 1 0,1 0 0,-1-1 0,1 1 0,-1 0 0,1 0 0,-1 0 0,0 0 0,0 0 0,0 0 0,1 1 0,-3-2 0,-6 0 0,1 1 0,0-1 0,-11 1 0,13 1 0,0 0 0,-1-1 0,1 0 0,0 0 0,0-1 0,0 0 0,-7-3 0,0-1 0,0 0 0,-1 1 0,0 1 0,0 1 0,0 0 0,0 0 0,0 2 0,-1 0 0,-16 1 0,10 1 0,15 0 0,0 0 0,0-1 0,0 0 0,0 0 0,0-1 0,0 0 0,-8-2 0,13 2-54,1 0-1,-1 0 0,1 0 1,-1-1-1,1 1 1,0 0-1,-1-1 0,1 1 1,0-1-1,0 1 1,0-1-1,0 0 0,0 1 1,1-1-1,-1 0 0,1 0 1,-1 0-1,1 1 1,-1-1-1,1 0 0,0 0 1,0 0-1,0 0 1,0-3-1,0-8-6771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07.816"/>
    </inkml:context>
    <inkml:brush xml:id="br0">
      <inkml:brushProperty name="width" value="0.035" units="cm"/>
      <inkml:brushProperty name="height" value="0.035" units="cm"/>
    </inkml:brush>
  </inkml:definitions>
  <inkml:trace contextRef="#ctx0" brushRef="#br0">75 1731 24575,'-1'-103'0,"0"-9"0,16-152 0,-8 228 2,1 0 0,1 1 0,2 0 0,24-52-1,78-125-115,69-68-186,50-90 73,-231 367 227,37-62 191,-33 57-143,1 1 0,0 0 0,0 0 0,1 0 0,-1 1 0,10-6 0,-8 7-38,0 0 1,1 0-1,0 1 1,0 1-1,0-1 0,0 1 1,0 1-1,1 0 1,-1 0-1,13 0 0,-5 1-11,0 1-1,0 1 1,0 0-1,0 1 1,17 5-1,-30-7 2,-1 1 0,0 0 0,1 0 0,-1 1 0,0-1 0,1 1 0,-1-1 0,0 1 0,0 0 0,-1 0 0,1 1 0,0-1 0,-1 1 0,5 4 0,-5-4 0,0 0 0,-1 0 0,0 0 0,1 0 0,-1 0 0,0 0 0,-1 1 0,1-1 0,-1 0 0,1 0 0,-1 1 0,0-1 0,0 0 0,0 0 0,0 1 0,-2 3 0,-1 7 0,0 0 0,-2-1 0,1 0 0,-2 0 0,0 0 0,0-1 0,-1 1 0,-12 15 0,-9 6 0,-42 42 0,24-27 0,18-19 0,-195 195 0,194-203 0,0-1 0,-1-1 0,-1-2 0,-41 19 0,14-13 0,-96 27 0,135-47 0,0 0 0,-1-1 0,1 0 0,-1-2 0,0-1 0,-28-2 0,44 2-170,1-1-1,-1 0 0,1 1 1,-1-1-1,1-1 0,-1 1 1,-4-3-1,-2-3-6655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09.805"/>
    </inkml:context>
    <inkml:brush xml:id="br0">
      <inkml:brushProperty name="width" value="0.035" units="cm"/>
      <inkml:brushProperty name="height" value="0.035" units="cm"/>
    </inkml:brush>
  </inkml:definitions>
  <inkml:trace contextRef="#ctx0" brushRef="#br0">1 2378 24575,'19'-438'-2943,"26"10"0,108-525 3030,-143 898 41,43-293 1371,-53 344-1310,1 0 1,-1 0 0,1 0-1,0 0 1,0 1 0,0-1-1,1 0 1,-1 1 0,1-1-1,3-5 1,-4 8-110,-1 0-1,1 1 1,0-1 0,-1 0-1,1 1 1,0-1 0,0 0-1,0 1 1,0-1 0,-1 1-1,1-1 1,0 1 0,0 0 0,0-1-1,0 1 1,0 0 0,2 0-1,-2 0-35,1 0-1,-1 0 1,1 0-1,-1 0 1,1 1-1,-1-1 1,1 1-1,-1-1 0,0 1 1,1 0-1,-1-1 1,0 1-1,1 0 1,1 2-1,4 3-43,0 1 0,0 0 0,-1 0 0,0 1 0,0-1 0,-1 1 0,0 1 0,0-1 0,3 10 0,4 13 0,11 42 0,-7-19 0,106 339-420,16 48-682,110 276-174,-157-460 1117,122 281-58,-167-425 3178,-45-111-2950,0-1 1,-1 1 0,2 0-1,-1 0 1,0 0-1,0-1 1,1 1 0,-1-1-1,0 1 1,1-1-1,0 0 1,-1 1 0,1-1-1,0 0 1,0 0 0,-1 0-1,1 0 1,0 0-1,3 0 1,-3-1-13,-1 1 1,1-1-1,-1 0 1,1 0-1,-1 0 0,0-1 1,1 1-1,-1 0 1,1 0-1,-1-1 0,0 1 1,1-1-1,-1 1 1,0-1-1,0 1 0,1-1 1,-1 0-1,0 0 1,0 0-1,0 0 0,0 0 1,0 0-1,0 0 0,0 0 1,0 0-1,0 0 1,0 0-1,-1-1 0,1 1 1,0-1-1,3-9 1,0 1 0,-1 0 0,0-1 0,2-18 0,-4 23 0,31-286-632,-22 0-8,-10 289 640,-24-868-227,-20 416 227,23 266 729,-70-292 1,61 352-2055,21 100-5501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28.184"/>
    </inkml:context>
    <inkml:brush xml:id="br0">
      <inkml:brushProperty name="width" value="0.035" units="cm"/>
      <inkml:brushProperty name="height" value="0.035" units="cm"/>
    </inkml:brush>
  </inkml:definitions>
  <inkml:trace contextRef="#ctx0" brushRef="#br0">627 68 24575,'0'5'0,"1"21"0,-2-1 0,-5 33 0,4-49 0,0 0 0,-1 0 0,0-1 0,0 1 0,-1-1 0,0 0 0,0 1 0,-1-2 0,-10 15 0,4-9 0,0-1 0,0-1 0,-1 1 0,-1-2 0,0 0 0,-17 11 0,19-15 0,0-1 0,-1 0 0,1 0 0,-1-1 0,0-1 0,-1 0 0,1 0 0,-22 0 0,-2-1 0,1-2 0,-37-4 0,51 1 0,0-1 0,0 0 0,1-1 0,-34-14 0,49 16 0,1 1 0,0-1 0,-1 0 0,1 0 0,0 0 0,1 0 0,-1-1 0,1 0 0,-1 1 0,1-1 0,0 0 0,1-1 0,-1 1 0,1-1 0,0 1 0,0-1 0,0 1 0,0-1 0,1 0 0,0 0 0,0 0 0,0 0 0,0-5 0,1-1 0,-1 1 0,2-1 0,-1 0 0,1 1 0,1-1 0,0 1 0,0 0 0,1 0 0,1-1 0,4-9 0,-4 12 0,1 1 0,0 0 0,0 0 0,1 0 0,0 1 0,0-1 0,0 1 0,1 1 0,-1-1 0,1 1 0,1 1 0,10-6 0,3-1 0,1 2 0,0 1 0,33-8 0,-36 12 0,1 0 0,0 2 0,0 0 0,0 1 0,0 1 0,0 0 0,0 2 0,0 1 0,-1 0 0,1 1 0,-1 1 0,20 8 0,-13-4 0,-18-6 0,-1-1 0,0 1 0,0 0 0,10 6 0,-15-7 0,1 0 0,-1 0 0,0 0 0,0 0 0,0 0 0,0 1 0,0-1 0,0 1 0,0-1 0,-1 1 0,1 0 0,-1-1 0,0 1 0,0 0 0,1 3 0,-1 2 0,1-1 0,-1 1 0,-1-1 0,1 1 0,-1-1 0,0 1 0,-1-1 0,-1 10 0,1-14 0,0 0 0,0 0 0,0 0 0,0 0 0,0-1 0,-1 1 0,1 0 0,-1-1 0,0 1 0,-2 2 0,3-4 0,0 1 0,-1-1 0,1 0 0,-1 0 0,1 0 0,-1 0 0,0 0 0,1 0 0,-1-1 0,0 1 0,0 0 0,0-1 0,1 0 0,-1 1 0,0-1 0,0 0 0,-3 0 0,-3 0-105,1-2 0,-1 1 0,0-1 0,1 0 0,-1 0 0,1-1 0,0 0 0,0-1 0,0 1 0,0-1 0,0-1 0,-8-7 0,4 4-6721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0.130"/>
    </inkml:context>
    <inkml:brush xml:id="br0">
      <inkml:brushProperty name="width" value="0.035" units="cm"/>
      <inkml:brushProperty name="height" value="0.035" units="cm"/>
    </inkml:brush>
  </inkml:definitions>
  <inkml:trace contextRef="#ctx0" brushRef="#br0">0 267 24575,'1'-3'0,"-1"0"0,1 0 0,0 0 0,1-1 0,-1 1 0,0 0 0,1 0 0,0 0 0,-1 1 0,1-1 0,0 0 0,5-3 0,2-7 0,-7 10 0,14-20 0,1 0 0,0 1 0,22-19 0,-28 30 0,44-38 0,-48 44 0,1-1 0,-1 1 0,1 0 0,1 1 0,12-6 0,-18 9 0,0 0 0,0 1 0,0-1 0,0 0 0,0 1 0,0 0 0,0 0 0,0 0 0,0 0 0,0 0 0,0 0 0,0 1 0,0-1 0,-1 1 0,1 0 0,0 0 0,0 0 0,0 0 0,-1 1 0,4 1 0,-3 0 0,0-1 0,0 1 0,0 0 0,0 1 0,0-1 0,-1 0 0,1 1 0,-1-1 0,0 1 0,0 0 0,0 0 0,-1 0 0,2 6 0,45 172 0,-40-141 0,-2-1 0,1 66 0,-9-15 0,3 63 0,-1-152 0,1 0 0,-1 0 0,1 0 0,-1 0 0,1 0 0,0 0 0,0 0 0,0-1 0,0 1 0,0 0 0,2 2 0,-3-4 0,0 0 0,0 1 0,1-1 0,-1 0 0,0 0 0,0 0 0,1 1 0,-1-1 0,0 0 0,0 0 0,1 0 0,-1 0 0,0 1 0,1-1 0,-1 0 0,0 0 0,1 0 0,-1 0 0,0 0 0,1 0 0,-1 0 0,1 0 0,-1 0 0,0 0 0,1 0 0,0-1 0,-1 1 0,1-1 0,0 1 0,-1-1 0,1 1 0,-1-1 0,1 1 0,-1-1 0,0 0 0,1 1 0,-1-1 0,1 0 0,-1 1 0,0-1 0,0 0 0,1 0 0,-1 0 0,19-78 0,2-12 0,4-14 0,-14 65 0,-7 25 0,0 0 0,12-27 0,-14 38 0,1-1 0,-1 1 0,1 0 0,0 0 0,0 1 0,0-1 0,0 1 0,1-1 0,-1 1 0,1 0 0,0 0 0,0 1 0,8-5 0,-11 6 0,0 1 0,1-1 0,-1 0 0,0 1 0,1-1 0,-1 1 0,1-1 0,-1 1 0,1-1 0,-1 1 0,1 0 0,-1 0 0,0 0 0,1 0 0,-1 0 0,1 0 0,-1 1 0,1-1 0,-1 0 0,1 1 0,-1-1 0,1 1 0,-1-1 0,0 1 0,1 0 0,-1-1 0,0 1 0,0 0 0,1 0 0,-1 0 0,0 0 0,0 0 0,0 0 0,0 1 0,0-1 0,-1 0 0,1 0 0,0 1 0,0-1 0,0 3 0,1 3 0,1 0 0,-2 0 0,1 0 0,-1 0 0,0 1 0,0 13 0,-4 312-1365,3-316-5461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2.209"/>
    </inkml:context>
    <inkml:brush xml:id="br0">
      <inkml:brushProperty name="width" value="0.035" units="cm"/>
      <inkml:brushProperty name="height" value="0.035" units="cm"/>
    </inkml:brush>
  </inkml:definitions>
  <inkml:trace contextRef="#ctx0" brushRef="#br0">260 48 24575,'39'45'0,"-27"-30"0,0-1 0,15 13 0,-21-22 0,0 0 0,1-1 0,0 0 0,0 0 0,0 0 0,0-1 0,0 0 0,1-1 0,-1 1 0,15 1 0,-5-2 0,-1 0 0,1-2 0,34-2 0,-50 2 0,1 0 0,-1 0 0,1-1 0,-1 1 0,1 0 0,-1 0 0,0-1 0,1 1 0,-1-1 0,0 0 0,1 1 0,-1-1 0,0 0 0,0 0 0,0 0 0,0 0 0,0 0 0,0 0 0,0 0 0,0 0 0,0 0 0,0 0 0,0 0 0,1-3 0,-2 3 0,0-1 0,1 0 0,-1 1 0,0-1 0,0 0 0,0 1 0,0-1 0,0 0 0,-1 1 0,1-1 0,0 0 0,-1 1 0,1-1 0,-1 1 0,1-1 0,-1 1 0,0-1 0,0 1 0,0-1 0,0 1 0,-1-2 0,-3-3 0,-1 1 0,1-1 0,-1 1 0,0 0 0,-1 0 0,0 1 0,1 0 0,-15-6 0,-5-1 0,-30-8 0,47 16 0,-12-3 0,-1 1 0,0 1 0,-37-2 0,-68 5 0,84 2 0,38-1 0,0 1 0,0 0 0,0 0 0,1 0 0,-1 0 0,0 1 0,0-1 0,1 2 0,-1-1 0,1 0 0,0 1 0,-1-1 0,1 1 0,0 1 0,1-1 0,-1 0 0,1 1 0,-1 0 0,1 0 0,0 0 0,0 0 0,1 0 0,-4 7 0,4-8 0,1 1 0,0-1 0,-1 1 0,1 0 0,0 0 0,1-1 0,-1 1 0,1 0 0,-1 0 0,1 0 0,0 0 0,1 0 0,-1-1 0,1 1 0,-1 0 0,1 0 0,1 0 0,-1-1 0,0 1 0,1-1 0,-1 1 0,1-1 0,0 1 0,1-1 0,-1 0 0,0 0 0,1 0 0,0 0 0,-1-1 0,7 5 0,-1-1 0,0-1 0,1 0 0,0-1 0,0 1 0,0-1 0,1-1 0,-1 0 0,1-1 0,0 1 0,14 0 0,5-1 0,1-1 0,35-4 0,-55 2 0,-1 0 0,1 0 0,-1-1 0,1 0 0,-1-1 0,0 1 0,0-2 0,0 0 0,0 0 0,-1 0 0,0-1 0,0 0 0,0-1 0,0 0 0,-1 0 0,11-12 0,7-8 0,-4 1 0,2 2 0,1 0 0,45-32 0,-62 50 0,0 1 0,0 0 0,0 0 0,14-5 0,-17 8 0,0 0 0,0 1 0,1-1 0,-1 1 0,0 0 0,1 0 0,-1 0 0,0 0 0,0 1 0,9 2 0,-6-1 0,0 1 0,-1 0 0,1 0 0,0 1 0,-1-1 0,0 2 0,0-1 0,6 6 0,2 1 0,223 161 34,31 24-794,76 86 615,-323-265 156,-5-3 34,0 0 0,16 18-1,-31-30-3,1 0 0,-1-1-1,1 1 1,0-1-1,-1 1 1,1-1-1,0 0 1,0 0-1,0 1 1,0-1-1,0-1 1,0 1-1,0 0 1,0 0-1,0-1 1,0 1-1,0-1 1,3 0 0,-4 0-46,0 0 1,0 0 0,0 0 0,0 0 0,0-1 0,0 1 0,-1 0 0,1-1-1,0 1 1,0 0 0,0-1 0,-1 1 0,1-1 0,0 0 0,0 1 0,-1-1 0,2-1-1,-1 1 8,0-1-1,0 1 0,0-1 1,-1 1-1,1-1 0,-1 0 0,1 1 1,-1-1-1,1 0 0,-1 1 1,0-1-1,0-3 0,-1-16-1367,-1-1-5461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3.696"/>
    </inkml:context>
    <inkml:brush xml:id="br0">
      <inkml:brushProperty name="width" value="0.035" units="cm"/>
      <inkml:brushProperty name="height" value="0.035" units="cm"/>
    </inkml:brush>
  </inkml:definitions>
  <inkml:trace contextRef="#ctx0" brushRef="#br0">0 46 24575,'14'19'0,"-12"-15"0,0-1 0,0 0 0,1 0 0,-1 0 0,1-1 0,-1 1 0,1 0 0,4 2 0,-7-5 0,1 0 0,-1 0 0,0 0 0,0 0 0,0 1 0,1-1 0,-1 0 0,0 0 0,0 0 0,0 0 0,1 0 0,-1 0 0,0 0 0,0-1 0,0 1 0,1 0 0,-1 0 0,0 0 0,0 0 0,0 0 0,0 0 0,1 0 0,-1 0 0,0 0 0,0-1 0,0 1 0,0 0 0,1 0 0,-1 0 0,0 0 0,0 0 0,0-1 0,0 1 0,0 0 0,0 0 0,0 0 0,1-1 0,-1 1 0,0 0 0,0 0 0,0 0 0,0-1 0,0 1 0,0 0 0,0 0 0,0-1 0,1-11 0,-1 11 0,1-11 0,-1 6 0,0 0 0,0 1 0,1-1 0,0 0 0,2-7 0,-2 11 0,-1 1 0,1 0 0,-1 0 0,1 0 0,0-1 0,-1 1 0,1 0 0,0 0 0,0 0 0,0 0 0,0 0 0,0 0 0,0 1 0,0-1 0,0 0 0,0 0 0,0 1 0,0-1 0,1 1 0,-1-1 0,0 1 0,0-1 0,1 1 0,-1 0 0,0 0 0,1-1 0,-1 1 0,0 0 0,2 0 0,0 1 0,0-1 0,-1 0 0,1 1 0,0-1 0,-1 1 0,1 0 0,-1 0 0,1 0 0,-1 0 0,1 0 0,-1 1 0,0-1 0,3 3 0,-1-1 0,0 1 0,0 0 0,-1 0 0,1 0 0,-1 0 0,3 6 0,2 6 0,0-1 0,10 34 0,-18-48 0,9 27 0,2 6 0,1-1 0,32 63 0,-15-50-20,1-1-1,38 41 0,84 82-1060,882 847-2489,-1008-990 3590,-15-14 210,0-1 1,1 0 0,21 15 0,-33-25-189,1 0 0,-1 1 0,0-1 0,1 0 0,-1 0 0,0 1 0,1-1 0,-1 0 0,1 0 0,-1 0 0,0 0 0,1 0 0,-1 1 0,1-1 0,-1 0 1,0 0-1,1 0 0,-1 0 0,1 0 0,-1 0 0,0 0 0,1 0 0,-1-1 0,1 1 0,-1 0 0,1 0 0,-1 0 0,0 0 0,1-1 0,-1 1 0,0 0 1,1 0-1,-1 0 0,0-1 0,1 1 0,-1 0 0,0-1 0,0 1 0,1 0 0,-1-1 0,0 1 0,0 0 0,1-1 0,-1 1 0,0 0 0,0-1 0,0 1 0,0-1 1,0 1-1,0-1 0,1 1 0,-1-1 0,0-25 852,-3 2-661,-1-1-1,-11-37 0,-22-48-315,10 33 116,-153-402-33,111 295 0,21 52 0,31 81 0,10 30 0,-15-31 0,21 50-124,0-1 0,-1 1 0,0-1 0,0 1 0,0 0 0,0 0-1,0 0 1,0 0 0,0 0 0,-3-2 0,-8-3-6702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4.704"/>
    </inkml:context>
    <inkml:brush xml:id="br0">
      <inkml:brushProperty name="width" value="0.035" units="cm"/>
      <inkml:brushProperty name="height" value="0.035" units="cm"/>
    </inkml:brush>
  </inkml:definitions>
  <inkml:trace contextRef="#ctx0" brushRef="#br0">664 1 24575,'-1'0'0,"0"0"0,0 0 0,0 1 0,0-1 0,0 1 0,0-1 0,0 1 0,0-1 0,0 1 0,0-1 0,0 1 0,0 0 0,0 0 0,0-1 0,-1 3 0,-12 16 0,8-11 0,-85 97 0,-40 52 0,107-126 0,2 1 0,0 1 0,-20 44 0,35-63 0,0-1 0,-2 0 0,-13 17 0,-6 9 0,23-32 0,-8 12 0,2 1 0,0 0 0,-9 23 0,15-32 0,-1 0 0,0 0 0,0-1 0,-1 0 0,0 0 0,-1 0 0,0-1 0,-17 15 0,10-9 0,1 1 0,-20 31 0,18-12-1365,12-26-5461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8.773"/>
    </inkml:context>
    <inkml:brush xml:id="br0">
      <inkml:brushProperty name="width" value="0.035" units="cm"/>
      <inkml:brushProperty name="height" value="0.035" units="cm"/>
    </inkml:brush>
  </inkml:definitions>
  <inkml:trace contextRef="#ctx0" brushRef="#br0">0 1 24575,'2'41'0,"11"64"0,0-12 0,1 18 0,1 20 0,-7 410 0,-10-322 0,2 404 0,-1-605 0,-1 0 0,-1-1 0,-1 0 0,-10 32 0,8-30 0,1 1 0,0 0 0,-2 23 0,5 169 0,1-24 0,-12 335 0,13 61 0,2-551 0,1 0 0,16 64 0,-11-61 0,-2 0 0,3 45 0,-9 43 0,1 25 0,14-5 0,-12-113 0,1-1 0,13 48 0,-1-9 0,45 217 0,-31-157 0,22 119 0,-34-153 0,-9-56 0,6 65 0,-9-18 0,5 1 0,29 116 0,-32-169 0,-2 1 0,-1 0 0,-2 0 0,-2 51 0,-3 755 0,3-448 0,-2-323 0,3 78 0,5-105 0,-4-31 0,2 23 0,-5 79 19,0-66-1403,0-31-5442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41.310"/>
    </inkml:context>
    <inkml:brush xml:id="br0">
      <inkml:brushProperty name="width" value="0.035" units="cm"/>
      <inkml:brushProperty name="height" value="0.035" units="cm"/>
    </inkml:brush>
  </inkml:definitions>
  <inkml:trace contextRef="#ctx0" brushRef="#br0">1 0 24575,'0'1176'-1015,"8"-1074"1781,0-14-517,-7-75-704,0 0 0,6 24 0,-4-26-6371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42.417"/>
    </inkml:context>
    <inkml:brush xml:id="br0">
      <inkml:brushProperty name="width" value="0.035" units="cm"/>
      <inkml:brushProperty name="height" value="0.035" units="cm"/>
    </inkml:brush>
  </inkml:definitions>
  <inkml:trace contextRef="#ctx0" brushRef="#br0">125 1079 24575,'-4'-3'0,"0"0"0,1 0 0,-1-1 0,1 1 0,0-1 0,0 1 0,0-1 0,1 0 0,-1 0 0,1 0 0,-3-7 0,3 7 0,-12-27 0,1 1 0,1-1 0,2-1 0,-11-63 0,14 49 0,2-1 0,3-90 0,4 111 0,1 1 0,1 0 0,1 0 0,1 0 0,2 1 0,16-39 0,-9 33 0,1 0 0,1 1 0,2 1 0,32-38 0,-40 53 0,71-76 0,-72 79 0,0 1 0,1 1 0,0 0 0,0 0 0,1 1 0,21-9 0,-25 13 0,0 1 0,-1 0 0,1 0 0,0 1 0,0 0 0,0 0 0,0 1 0,0 0 0,0 1 0,0-1 0,0 2 0,0-1 0,10 4 0,-7-1 0,0 0 0,-1 0 0,0 1 0,1 1 0,-1 0 0,-1 0 0,1 1 0,11 11 0,-15-12 0,-1 1 0,1-1 0,-1 1 0,-1 0 0,0 0 0,0 0 0,0 1 0,-1-1 0,0 1 0,0 0 0,-1 0 0,0 0 0,0 0 0,-1 0 0,0 0 0,-1 12 0,0 10 0,-2 1 0,-12 60 0,4-48 0,-1-1 0,-23 57 0,-44 78 0,69-159 0,-5 8 0,-1 0 0,-1-2 0,-1 0 0,-37 41 0,48-59-97,0 0-1,-1 0 1,1 0-1,-1-1 1,0 0-1,-1 0 1,1 0-1,-1-1 1,0-1-1,0 1 1,0-1-1,0-1 0,-13 4 1,8-5-6729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44.132"/>
    </inkml:context>
    <inkml:brush xml:id="br0">
      <inkml:brushProperty name="width" value="0.035" units="cm"/>
      <inkml:brushProperty name="height" value="0.035" units="cm"/>
    </inkml:brush>
  </inkml:definitions>
  <inkml:trace contextRef="#ctx0" brushRef="#br0">243 296 24575,'2'-1'0,"0"1"0,0 0 0,0-1 0,0 0 0,0 1 0,0-1 0,-1 0 0,1 0 0,3-2 0,7-4 0,29-11 0,-27 11 0,-1 1 0,1 1 0,20-5 0,-29 9 0,0 0 0,0 0 0,1 1 0,-1 0 0,0 0 0,1 0 0,-1 1 0,0 0 0,0 0 0,1 0 0,-1 1 0,0-1 0,7 4 0,66 32 0,-76-36 0,1 0 0,0 0 0,-1 0 0,1 0 0,-1 0 0,0 1 0,1-1 0,-1 1 0,0 0 0,0 0 0,0 0 0,0 0 0,0 0 0,0 0 0,-1 0 0,1 1 0,-1-1 0,0 1 0,1-1 0,-1 1 0,0-1 0,0 1 0,-1 0 0,1-1 0,-1 1 0,1 0 0,-1 0 0,0-1 0,0 5 0,-3 143 0,3-145 0,-1 1 0,0-1 0,0 1 0,0-1 0,-1 0 0,0 1 0,0-1 0,0 0 0,-4 6 0,-4 6 0,-15 19 0,15-23 0,-7 10 0,-2-1 0,-40 38 0,51-53 0,1 0 0,-1 0 0,-1-1 0,0 1 0,0-2 0,0 0 0,0 0 0,-1 0 0,1-1 0,-21 5 0,-2-3 0,1-1 0,-1-1 0,0-2 0,-61-4 0,89 2 0,0-1 0,0 1 0,0-1 0,0 0 0,0 0 0,0-1 0,0 1 0,1-1 0,-1 0 0,1 0 0,-1 0 0,1-1 0,0 1 0,-6-6 0,6 4 0,-1 0 0,1-1 0,0 1 0,0-1 0,1 0 0,-1 0 0,1 0 0,0 0 0,-2-9 0,1-7 0,0 0 0,1 0 0,1 0 0,3-32 0,-2 48 0,8-83 0,20-98 0,-23 165 0,1 1 0,1 0 0,1 0 0,0 0 0,2 1 0,0 0 0,1 1 0,1 0 0,0 1 0,24-24 0,-27 32 0,1 0 0,16-11 0,5-4 0,-30 23-80,1-1 0,-1 1-1,1 0 1,-1 0 0,1 0-1,0 0 1,-1 0 0,1 0-1,0 1 1,0-1 0,0 1 0,0-1-1,-1 1 1,1-1 0,0 1-1,2 0 1,5 1-6746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45.749"/>
    </inkml:context>
    <inkml:brush xml:id="br0">
      <inkml:brushProperty name="width" value="0.035" units="cm"/>
      <inkml:brushProperty name="height" value="0.035" units="cm"/>
    </inkml:brush>
  </inkml:definitions>
  <inkml:trace contextRef="#ctx0" brushRef="#br0">42 784 24575,'0'-35'0,"5"-197"0,-1 186 0,1 0 0,24-88 0,-24 117 0,1 0 0,1 0 0,0 0 0,2 1 0,0 0 0,0 1 0,1 0 0,20-21 0,-21 25 0,2 2 0,-1-1 0,2 1 0,-1 1 0,1 0 0,0 0 0,1 2 0,-1-1 0,1 2 0,1-1 0,16-3 0,10 0 0,1 1 0,-1 3 0,1 1 0,53 2 0,-83 2 0,0 0 0,-1 1 0,17 3 0,-24-3 0,1 0 0,-1 0 0,0 1 0,0-1 0,0 1 0,0-1 0,0 1 0,0 0 0,0 0 0,0 0 0,-1 1 0,1-1 0,-1 1 0,0-1 0,3 4 0,3 6 0,-1 0 0,1 0 0,8 23 0,-14-29 0,0 0 0,-1 0 0,1-1 0,-1 1 0,-1 1 0,1-1 0,-1 0 0,0 0 0,0 0 0,-1 0 0,-2 10 0,-5 17 0,-1-1 0,-2 1 0,-1-2 0,-25 45 0,1-11 0,-73 98 0,42-75 0,-53 66 0,84-111 0,-61 54 0,84-85 0,-1-1 0,0-1 0,-27 15 0,34-21 0,-1-1 0,0 1 0,0-1 0,0-1 0,0 0 0,-1 0 0,1 0 0,0-1 0,-14 0 0,8-3-1365,3-2-5461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11.718"/>
    </inkml:context>
    <inkml:brush xml:id="br0">
      <inkml:brushProperty name="width" value="0.035" units="cm"/>
      <inkml:brushProperty name="height" value="0.035" units="cm"/>
    </inkml:brush>
  </inkml:definitions>
  <inkml:trace contextRef="#ctx0" brushRef="#br0">0 2714 24575,'0'-2'0,"1"0"0,-1 1 0,0-1 0,0 1 0,1-1 0,-1 0 0,1 1 0,-1-1 0,1 1 0,1-3 0,2-4 0,103-208 0,-17 37 0,10-42 14,27-61-257,-126 281 242,266-573-1821,-15-9 347,-103 145 792,-128 342 2616,-19 85-1627,-1 0 0,0-1-1,-1 1 1,0 0 0,-1-1-1,-3-14 1,4 26-304,0 0 1,0 0 0,0 0-1,0 0 1,0 0 0,0 0-1,0 0 1,0 0 0,0 0-1,0 0 1,0 0 0,0 0-1,0 0 1,0 0-1,0 0 1,0 0 0,0 0-1,0 0 1,0 0 0,0 0-1,0 0 1,0 0 0,-1 0-1,1 0 1,0 0 0,0 0-1,0 0 1,0 0-1,0 0 1,0 0 0,0 0-1,0 0 1,0 0 0,0 0-1,0-1 1,0 1 0,0 0-1,0 0 1,0 0 0,0 0-1,0 0 1,0 0-1,0 0 1,0 0 0,0 0-1,0 0 1,0 0 0,0 0-1,0 0 1,0 0 0,0 0-1,-2 6 33,1 12-70,-15 260 35,26-12-389,20-1-418,-19-173 521,75 712-62,-74-690 210,1 43 188,-12-113 909,-5 66 0,1-96-2324,0-4-5461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13.238"/>
    </inkml:context>
    <inkml:brush xml:id="br0">
      <inkml:brushProperty name="width" value="0.035" units="cm"/>
      <inkml:brushProperty name="height" value="0.035" units="cm"/>
    </inkml:brush>
  </inkml:definitions>
  <inkml:trace contextRef="#ctx0" brushRef="#br0">1 288 24575,'17'-1'0,"0"0"0,0-1 0,27-6 0,47-21 0,-16 4 0,114-22 0,-156 39 0,-1-2 0,44-19 0,-16 6 0,-6-1 0,-42 18 0,-1 1 0,1 0 0,0 1 0,0 0 0,0 0 0,26-3 0,72 8 0,-105-2 0,1 0 0,0-1 0,-1 1 0,0-1 0,1 0 0,-1-1 0,0 1 0,6-5 0,25-10 0,-17 12-1365,-3 2-5461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21.437"/>
    </inkml:context>
    <inkml:brush xml:id="br0">
      <inkml:brushProperty name="width" value="0.035" units="cm"/>
      <inkml:brushProperty name="height" value="0.035" units="cm"/>
    </inkml:brush>
  </inkml:definitions>
  <inkml:trace contextRef="#ctx0" brushRef="#br0">1 280 24575,'12'-18'0,"2"2"0,0 0 0,0 1 0,2 0 0,0 1 0,1 1 0,32-20 0,-12 12 0,1 2 0,76-27 0,-71 32 0,0 2 0,59-9 0,-78 18 0,0 0 0,0 2 0,0 1 0,0 1 0,48 8 0,-66-8 0,0 1 0,0 0 0,0 0 0,-1 0 0,1 1 0,0 0 0,-1 0 0,0 0 0,0 1 0,0 0 0,0 0 0,-1 0 0,1 1 0,-1-1 0,0 1 0,0 0 0,-1 0 0,4 7 0,-2-2 0,0 1 0,-1 0 0,0 0 0,-1 1 0,0-1 0,-1 1 0,0-1 0,0 21 0,-1-19 0,-2 1 0,1-1 0,-2 1 0,0-1 0,-1 0 0,0 0 0,0 0 0,-2 0 0,0-1 0,0 0 0,-1 0 0,0 0 0,-1 0 0,-1-1 0,-10 12 0,17-22 0,0 1 0,-1 0 0,0-1 0,1 1 0,-1-1 0,0 0 0,0 0 0,0 1 0,0-1 0,0-1 0,0 1 0,0 0 0,0 0 0,0-1 0,0 1 0,0-1 0,0 1 0,-1-1 0,1 0 0,0 0 0,0 0 0,0 0 0,-1-1 0,1 1 0,0 0 0,0-1 0,0 0 0,0 1 0,0-1 0,0 0 0,0 0 0,-3-2 0,2 1 0,0 0 0,0-1 0,1 1 0,-1-1 0,1 0 0,-1 0 0,1 1 0,0-2 0,0 1 0,0 0 0,1 0 0,-1 0 0,1-1 0,-1 1 0,1-1 0,1 1 0,-1-1 0,0 0 0,0-4 0,2-5 0,0 1 0,0 0 0,1 0 0,0 1 0,7-20 0,-2 12 0,0 1 0,18-31 0,-19 39 0,0 1 0,1-1 0,1 1 0,-1 0 0,1 1 0,1 0 0,0 0 0,0 1 0,12-8 0,-16 12 0,-1 1 0,0-1 0,1 1 0,-1 0 0,1 1 0,0-1 0,-1 1 0,1 0 0,0 0 0,0 1 0,0-1 0,0 1 0,0 0 0,0 0 0,0 1 0,0 0 0,-1-1 0,1 2 0,0-1 0,0 0 0,-1 1 0,1 0 0,-1 0 0,5 3 0,1 1 0,-1 0 0,0 1 0,9 8 0,-16-13 0,1 1 0,-1 0 0,1-1 0,-1 1 0,0 0 0,0 1 0,-1-1 0,1 0 0,-1 0 0,1 1 0,-1-1 0,0 1 0,1 5 0,0 19 0,-1-1 0,-4 37 0,1-1 0,2-9-1365,0-40-5461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22.861"/>
    </inkml:context>
    <inkml:brush xml:id="br0">
      <inkml:brushProperty name="width" value="0.035" units="cm"/>
      <inkml:brushProperty name="height" value="0.035" units="cm"/>
    </inkml:brush>
  </inkml:definitions>
  <inkml:trace contextRef="#ctx0" brushRef="#br0">0 0 24575,'0'5'0,"0"5"0,0 3 0,0 3 0,0 0 0,0 1 0,0 0 0,0 0 0,0 2 0,0 1 0,0 0 0,0-1 0,0-1 0,0-1 0,0-3-8191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24.779"/>
    </inkml:context>
    <inkml:brush xml:id="br0">
      <inkml:brushProperty name="width" value="0.035" units="cm"/>
      <inkml:brushProperty name="height" value="0.035" units="cm"/>
    </inkml:brush>
  </inkml:definitions>
  <inkml:trace contextRef="#ctx0" brushRef="#br0">1 338 24575,'0'-5'0,"1"0"0,0 0 0,0 0 0,1 1 0,0-1 0,0 0 0,0 1 0,0-1 0,4-4 0,4-11 0,6-19 0,-9 19 0,17-31 0,-22 47 0,0-1 0,1 1 0,0 0 0,0 0 0,1 0 0,-1 1 0,1-1 0,-1 1 0,1 0 0,0 0 0,0 0 0,7-3 0,-9 5 0,0 0 0,1 0 0,-1 0 0,0 1 0,1-1 0,-1 1 0,1-1 0,0 1 0,-1 0 0,1 0 0,-1 0 0,1 0 0,-1 1 0,1-1 0,-1 1 0,1-1 0,-1 1 0,0 0 0,1 0 0,-1 0 0,0 0 0,1 0 0,-1 1 0,0-1 0,0 1 0,0-1 0,0 1 0,0 0 0,1 2 0,3 3 0,0 1 0,0 0 0,-1 1 0,0 0 0,-1-1 0,4 12 0,3 1 0,20 34 0,-15-28 0,-7-11 0,-1 0 0,-1 1 0,0-1 0,-1 2 0,-1-1 0,-1 1 0,0-1 0,-1 1 0,1 31 0,-5-7 0,0-30 0,0 1 0,1-1 0,1 1 0,3 19 0,-1-26 0,-1-5 0,2-12 0,1-18 0,-4-148 0,-2 94 0,2 71 0,0 1 0,1 0 0,0 0 0,1 0 0,4-11 0,-3 10 0,-1 0 0,0 0 0,3-25 0,-7-108 0,-1 128-1365,-2 3-5461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1:32.059"/>
    </inkml:context>
    <inkml:brush xml:id="br0">
      <inkml:brushProperty name="width" value="0.035" units="cm"/>
      <inkml:brushProperty name="height" value="0.035" units="cm"/>
    </inkml:brush>
  </inkml:definitions>
  <inkml:trace contextRef="#ctx0" brushRef="#br0">1 7556 24575,'40'0'0,"196"-3"0,0-20 0,-117 2 0,154-22 0,404-11-275,356 52-3141,-623 3 2694,335 0-712,-733-1 1908,-1 0 1,1 1-1,-1 1 1,1 0 0,-1 0-1,0 1 1,0 0 0,0 1-1,0 1 1,-1 0-1,17 10 1,-22-12-451,1 0-1,-1 0 1,1-1-1,0 1 1,0-1-1,10 2 1,-13-4-25,0 1 0,0-1 1,-1 0-1,1 0 0,0 0 0,0 0 1,0-1-1,0 1 0,-1-1 0,1 0 1,0 0-1,0 0 0,-1 0 0,1 0 1,-1 0-1,5-3 0,-3 0 1,1 1 0,0-1 0,-1 1 0,1 1 0,0-1 0,1 1 0,-1 0 0,0 0 0,1 0 0,-1 1 0,1 0 0,0 0 0,8 0 0,146-3 0,-119 3 0,165 0-609,80-4-1828,61-2 987,-237 5 235,1461-12-4518,-1392 18 5165,-174-4 547,48 1 714,85 13 0,-138-14-694,9 2 453,0 0 0,0 0-1,16 6 1,-23-7-154,0 0 0,-1 0-1,1 0 1,0 0 0,0 1 0,-1-1 0,1 0 0,0 1 0,-1-1 0,0 1 0,1 0 0,-1-1 0,0 1-1,0 0 1,0 0 0,0 0 0,0 0 0,0 0 0,0 0 0,0 3 0,0 1 17,1 0 5,-1-1-1,-1 1 1,1 0-1,-1 9 1,0-14-296,0 0 0,0 1 0,0-1 0,-1 0 0,1 0 0,0 1 0,-1-1 0,1 0 0,-1 0 0,1 0 0,-1 0 0,0 0 0,1 0 0,-1 0 0,0 0 0,0 0 0,0 0 0,0 0 0,0-1 0,0 1 0,0 0 0,0 0 0,0-1 0,0 1 0,0-1 0,0 1 0,-2 0 0,-2 0-24,0 0 0,0 1 0,0-2 0,0 1 0,-1-1 0,1 1 0,0-1 0,0-1 0,-1 1 0,1-1 0,0 0 0,0 0 0,0 0 0,0-1 0,0 0 0,-8-4 0,7 2 0,0 1 0,0-2 0,1 1 0,-1-1 0,1 0 0,0 0 0,0 0 0,1-1 0,0 1 0,0-1 0,-6-12 0,-22-51 0,21 42 0,-1 1 0,-2 0 0,-16-24 0,7 15 0,-20-40 0,3 2 0,-121-206 0,20 32 0,-671-1053-1301,391 686 1307,-27 21-35,60 161-89,143 158 971,55 59-264,-77-54-589,47 43 0,128 131 0,-54-60 0,119 121 0,15 18 0,-22-22 0,24 28 0,-1-1 0,1 0 0,1 0 0,0-1 0,1 0 0,-12-23 0,13 22 0,-1 0 0,0 1 0,0 0 0,-12-13 0,-10-12 0,-12-16 0,-92-88 0,45 50 0,-168-165 0,95 98 0,149 146 0,2 0 0,0-1 0,0 0 0,1-1 0,0 0 0,2-1 0,-12-24 0,15 29 0,-1-1 0,0 1 0,-13-15 0,-3-7 0,11 15 0,-4-7 0,-1 1 0,-26-30 0,29 38 0,0 0 0,2-1 0,0 0 0,0-1 0,2 0 0,-15-35 0,12 26 0,-28-44 0,24 44 0,-17-36 0,-15-32 0,36 71 0,-18-49 0,3 5 0,16 42 0,-7-31 0,10 32 0,-17-38 0,10 32 0,-52-111 0,21 35-1365,42 99-5461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04.108"/>
    </inkml:context>
    <inkml:brush xml:id="br0">
      <inkml:brushProperty name="width" value="0.035" units="cm"/>
      <inkml:brushProperty name="height" value="0.035" units="cm"/>
    </inkml:brush>
  </inkml:definitions>
  <inkml:trace contextRef="#ctx0" brushRef="#br0">8793 132 24575,'0'5'0,"-1"0"0,0 0 0,0 0 0,0 0 0,-1 0 0,-2 7 0,-2 5 0,-9 26 0,-2 1 0,-2-2 0,-1 0 0,-31 45 0,14-34 0,-2-2 0,-69 72 0,-125 104-697,69-70-1157,-62 67 382,-67 72-2374,-58 71 2241,-45 72-967,-847 1095-837,376-312 2440,42 22 1010,-149 287-41,955-1500 0,-536 858 0,-26-19 0,-547 655 1081,984-1343-898,37-48-183,-11 21 2212,107-139-1848,5-9 483,2 0 0,-1 0 0,-5 11-1,10-16-388,0-1 0,-1 1 0,1 0 0,0 0 0,0-1 0,0 1 0,1 0 0,-1 0 0,0 0 0,1-1 0,-1 1 0,1 0 0,-1-1 0,1 1 0,0 0 0,0-1-1,1 3 1,5 11 455,-7-11-913,1 0 0,0 1 0,-1-1 0,0 1 0,0-1 0,-1 0 0,1 1 0,-1-1 0,0 0 0,-2 7 0,-2 3 0,-13 24 0,10-21 0,-58 105 0,36-71 0,3 2 0,-22 60 0,45-101 0,1-1 0,0 0 0,1 0 0,0 1 0,-1 21 0,3-33 0,0 0 0,0 1 0,0-1 0,0 0 0,0 1 0,0-1 0,0 0 0,0 1 0,0-1 0,0 0 0,0 1 0,0-1 0,0 0 0,0 1 0,0-1 0,0 0 0,0 1 0,0-1 0,0 0 0,1 1 0,-1-1 0,0 0 0,0 0 0,0 1 0,1-1 0,-1 0 0,0 0 0,0 1 0,1-1 0,-1 0 0,0 0 0,0 0 0,1 1 0,-1-1 0,0 0 0,1 0 0,-1 0 0,0 0 0,0 0 0,1 0 0,-1 0 0,0 0 0,1 1 0,-1-1 0,0 0 0,1 0 0,-1 0 0,0-1 0,1 1 0,-1 0 0,0 0 0,1 0 0,-1 0 0,0 0 0,1 0 0,-1 0 0,0 0 0,0-1 0,1 1 0,-1 0 0,0 0 0,1 0 0,-1-1 0,22-19 0,-15 13 0,37-28 0,2 3 0,65-37 0,449-235-1156,-434 246 1049,2 5-1,214-56 1,-265 92 120,0 4 1,1 3 0,129 0 0,237 40-1964,-201 0 1035,356 75-1823,-4 21 2393,-552-117 174,878 211-2477,226 48 100,810 105 2548,-1574-301-21,284 51 147,221-14 407,3-54-453,-333-24 1363,-173-14 1695,-2-14 3377,194-1-5470,0 23-2218,362 62-260,-203-16-279,-503-64 5852,-221-7-4117,0 1 1,23 5-1,7 1-36,198 31 13,-161-23 0,34 7 0,47 8 0,-122-25 0,-1-1 0,50-2 0,-85-3 0,0 1 0,0 0 0,0 0 0,0-1 0,0 1 0,0-1 0,0 0 0,0 1 0,0-1 0,0 0 0,0 0 0,0 0 0,-1-1 0,4-2 0,-4 3 0,0 0 0,0 0 0,0 0 0,0 0 0,-1-1 0,1 1 0,0 0 0,-1-1 0,1 1 0,-1 0 0,1-1 0,-1 1 0,0-1 0,0 1 0,0 0 0,0-1 0,0 1 0,0-1 0,0 1 0,0-1 0,0 1 0,-1-1 0,0-1 0,-3-7 0,0 0 0,-1 1 0,0-1 0,-1 1 0,-10-13 0,2 3 0,-19-28 17,-177-266-408,110 148-1104,-221-407-1802,109 187 2510,-101-166-2581,-244-435 681,23-10 2533,398 730-531,20 33 581,37 73 382,-170-319 1112,-146-148 635,184 301-1423,-574-965 1407,565 944-1911,-16 13 31,177 251-121,-56-76 955,-106-152 2169,201 279-2057,-14-33 0,2 5-908,24 43-167,-11-32 0,3 8 0,-48-102 0,-33-81 0,-111-288 0,39 100 0,144 348 0,-33-86 0,-82-199 0,118 298 0,3-2 0,2-1 0,-13-72 0,17 66 0,-4 0 0,-1 1 0,-4 1 0,-45-88 0,-80-145 0,44 66 0,63 134 0,5 16 0,-24-57 0,-108-231 0,121 269 0,11 34 0,0 1 0,31 47 0,-1 1 0,2-1 0,-4-14 0,-5-19 0,7 28 0,1 0 0,-3-24 0,3 16 0,-1-9 0,3 1 0,1-44 0,2 44 0,-2 0 0,-6-47 0,0-3 0,8 128 0,8 52 0,-6-78-1365,-1-3-5461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12.938"/>
    </inkml:context>
    <inkml:brush xml:id="br0">
      <inkml:brushProperty name="width" value="0.035" units="cm"/>
      <inkml:brushProperty name="height" value="0.035" units="cm"/>
    </inkml:brush>
  </inkml:definitions>
  <inkml:trace contextRef="#ctx0" brushRef="#br0">1 2423 24575,'26'-54'0,"-2"0"0,-3-2 0,-2-1 0,21-109 0,58-400-1048,-15 111 822,64-336 243,-137 739 87,5-91 1,-15 141-51,0 1 0,0-1-1,0 1 1,0 0 0,1-1-1,-1 1 1,0 0 0,1-1 0,-1 1-1,1 0 1,0 0 0,-1-1-1,1 1 1,0 0 0,0 0 0,-1 0-1,1 0 1,0 0 0,2-2-1,-2 3-53,0 0-1,0-1 0,0 1 0,0 0 0,0 0 0,0-1 0,0 1 1,-1 0-1,1 0 0,0 0 0,0 0 0,0 1 0,0-1 1,0 0-1,0 0 0,0 0 0,0 1 0,0-1 0,0 0 1,-1 1-1,1-1 0,0 1 0,0-1 0,0 1 0,-1 0 0,1-1 1,0 1-1,-1 0 0,1-1 0,0 2 0,4 4 1,-1 0 0,0 1 0,-1-1 0,0 1 0,0 0 0,0 0 0,-1 0 0,4 14 0,-1-1 0,61 271 0,-25 7 0,1-32 0,7 68 0,-7-27 0,-17-148 0,-23-144 0,46 247 0,1-116 0,-29-90 0,-15-43 0,-1 0 0,2 0 0,0-1 0,9 14 0,-13-22 0,0-1 0,1 0 0,0 0 0,0 0 0,0 0 0,0 0 0,0 0 0,1-1 0,-1 0 0,1 0 0,0 0 0,-1 0 0,1 0 0,0-1 0,0 0 0,0 1 0,0-1 0,5 0 0,0-1 0,-1 0 0,0 0 0,1 0 0,-1-1 0,1-1 0,-1 0 0,0 0 0,0 0 0,0-1 0,0 0 0,0-1 0,-1 1 0,0-2 0,1 1 0,12-11 0,2-4 0,-1-1 0,0 0 0,22-31 0,-12 11-7,-2-1-1,34-65 1,32-97-796,-48 81 713,32-128 0,15-132 112,-87 351-29,42-209-33,10-42 245,-23 119-745,-35 157-6286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15.678"/>
    </inkml:context>
    <inkml:brush xml:id="br0">
      <inkml:brushProperty name="width" value="0.035" units="cm"/>
      <inkml:brushProperty name="height" value="0.035" units="cm"/>
    </inkml:brush>
  </inkml:definitions>
  <inkml:trace contextRef="#ctx0" brushRef="#br0">0 3293 24575,'1'-17'0,"0"0"0,2 0 0,5-22 0,-3 13 0,202-807-2766,39 15 248,-31 180 2334,18 7-727,-168 439 7091,-64 188-6174,1 0 0,1 0 0,-1 1 1,0-1-1,1 1 0,0 0 0,-1 0 0,1 0 0,1 0 1,-1 0-1,0 1 0,1-1 0,-1 1 0,1 0 0,0 0 1,-1 0-1,1 1 0,0-1 0,0 1 0,8-1 0,5-2 12,0 2-1,0 1 1,29 0-1,-36 1-17,0 1 0,0 1 0,-1 0 0,1 0 0,-1 1 0,1 0 0,-1 0 0,0 1 0,0 0 0,0 1 0,9 6 0,-7-3 0,-1 0 0,0 1 0,0 0 0,-1 0 0,0 1 0,-1 0 0,14 22 0,11 20 0,15 26 0,-42-66 0,0 1 0,-1 0 0,0 0 0,4 23 0,-3 6 0,-2 1 0,-1 0 0,-7 82 0,0-96 0,0 0 0,-2 0 0,-1-1 0,-2 0 0,-22 51 0,-79 127 0,108-202 0,-32 52 0,-3-3 0,-2 0 0,-84 86 0,-80 64 0,180-180 0,-2-1 0,-1-2 0,-30 19 0,46-33 0,-1-1 0,1 0 0,-1-1 0,0 0 0,0-1 0,0 0 0,-12 1 0,5-2 0,-1-1 0,1 0 0,-32-4 0,47 2 0,0 1 0,-1-1 0,1 0 0,0 0 0,0 0 0,0-1 0,0 1 0,0-1 0,0 1 0,1-1 0,-5-3 0,-2-3 0,-15-18 0,17 18 0,-17-16 0,18 20 0,1-1 0,0 0 0,0 0 0,0-1 0,1 1 0,-6-11 0,1 0 0,-8-22 0,13 27 0,-7-11 171,-19-31-1,18 34-1023,-18-39 0,21 35-5973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18.387"/>
    </inkml:context>
    <inkml:brush xml:id="br0">
      <inkml:brushProperty name="width" value="0.035" units="cm"/>
      <inkml:brushProperty name="height" value="0.035" units="cm"/>
    </inkml:brush>
  </inkml:definitions>
  <inkml:trace contextRef="#ctx0" brushRef="#br0">0 1611 24575,'65'-321'0,"-35"148"0,-23 145 0,0 1 0,2-1 0,16-32 0,43-71 0,135-201 0,-192 315 0,37-53 0,3 2 0,3 2 0,66-62 0,-84 94 0,-25 25 0,0 0 0,-1-1 0,0-1 0,0 0 0,15-23 0,-22 28 0,0 1 0,0 0 0,7-7 0,-9 11 0,0-1 0,1 1 0,-1 0 0,1-1 0,-1 1 0,1 0 0,-1 0 0,1 0 0,0 0 0,0 0 0,0 0 0,-1 1 0,1-1 0,3 0 0,-5 1 0,1 0 0,-1 1 0,1-1 0,-1 0 0,1 0 0,-1 1 0,1-1 0,-1 0 0,1 1 0,-1-1 0,0 0 0,1 1 0,-1-1 0,1 1 0,-1-1 0,0 1 0,1-1 0,-1 1 0,0-1 0,0 1 0,0-1 0,1 1 0,-1-1 0,0 1 0,0-1 0,0 1 0,0-1 0,0 1 0,0 0 0,0-1 0,0 1 0,0-1 0,0 1 0,0-1 0,-1 2 0,-1 21 0,-22 78 0,12-54 0,-10 70 0,14 11 0,9 145 0,15-90 0,0 11 0,-14 269 0,-4-224 0,2-224 0,1 1 0,0-1 0,1 0 0,0 1 0,2-1 0,-1 0 0,2 0 0,0-1 0,1 0 0,1 1 0,0-2 0,10 17 0,-8-16 0,-7-10 0,0-1 0,-1 1 0,1-1 0,1 0 0,-1 0 0,0 0 0,1 0 0,-1 0 0,1-1 0,6 5 0,-8-7-31,-1 0 1,0 0-1,1 0 0,-1 0 0,1-1 0,-1 1 0,1 0 1,-1 0-1,1 0 0,-1-1 0,1 1 0,-1 0 1,0-1-1,1 1 0,-1 0 0,0-1 0,1 1 0,-1 0 1,0-1-1,1 1 0,-1-1 0,0 1 0,0-1 0,1 1 1,-1-1-1,0 1 0,0 0 0,0-1 0,0 1 1,0-1-1,0 1 0,0-1 0,0 1 0,0-2 0,1 1-255,1-13-6540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19.984"/>
    </inkml:context>
    <inkml:brush xml:id="br0">
      <inkml:brushProperty name="width" value="0.035" units="cm"/>
      <inkml:brushProperty name="height" value="0.035" units="cm"/>
    </inkml:brush>
  </inkml:definitions>
  <inkml:trace contextRef="#ctx0" brushRef="#br0">1 1 24575,'4'1'0,"0"0"0,1 0 0,-1 0 0,0 1 0,0 0 0,0 0 0,0 0 0,5 3 0,-1 0 0,16 7 0,45 18 0,-56-26 0,0 0 0,0-1 0,0-1 0,1 0 0,21 0 0,234-3-1365,-259 1-5461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C746E-33EC-B6D0-646C-D5ACD0FC90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F39E486-AAD5-6D4D-6C71-70C5799CE6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8EAEFB5-8482-D8A0-7B96-98FD246F06EE}"/>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5" name="Footer Placeholder 4">
            <a:extLst>
              <a:ext uri="{FF2B5EF4-FFF2-40B4-BE49-F238E27FC236}">
                <a16:creationId xmlns:a16="http://schemas.microsoft.com/office/drawing/2014/main" id="{47B253CC-83D3-7B9D-002D-9B44F67BCF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42DA41-D174-A206-A761-7F2EFBDF5C71}"/>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077795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9E05F-1F58-CC97-F3E0-B5F91876C80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90582D-C062-25F0-6285-179DEFFC80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7A182B-E871-8326-6657-B54D9416BED8}"/>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5" name="Footer Placeholder 4">
            <a:extLst>
              <a:ext uri="{FF2B5EF4-FFF2-40B4-BE49-F238E27FC236}">
                <a16:creationId xmlns:a16="http://schemas.microsoft.com/office/drawing/2014/main" id="{60EED8BB-7704-2F2B-A664-FE5E87C7B2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AB4CD37-F3BA-BC05-E566-F5D0EF17E6AC}"/>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19362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3D0BA-84F7-C576-4A16-33A37B1C48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B8F51DA-D282-933F-5095-C75E3988A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A6CF6-D419-04E6-ACBB-F7EDF0B6A0BD}"/>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5" name="Footer Placeholder 4">
            <a:extLst>
              <a:ext uri="{FF2B5EF4-FFF2-40B4-BE49-F238E27FC236}">
                <a16:creationId xmlns:a16="http://schemas.microsoft.com/office/drawing/2014/main" id="{3404CF95-C5DB-5571-243E-1FB9FBCB2B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85EEA6-DD73-0E74-CB6B-F5C095C7E489}"/>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3155470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21F08-0037-DC43-545C-5E4CBCECFF9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4FE0DFA-D333-B8F3-6EBE-B0E5B73104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09E9181-484C-D722-2B4A-84F8337F29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3A0B8C9-A00C-C051-F0FC-231C4490378D}"/>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6" name="Footer Placeholder 5">
            <a:extLst>
              <a:ext uri="{FF2B5EF4-FFF2-40B4-BE49-F238E27FC236}">
                <a16:creationId xmlns:a16="http://schemas.microsoft.com/office/drawing/2014/main" id="{A2C2771E-6D3A-AA8D-0CC0-79D23C4A9B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FDD5658-6399-8481-90CA-9D7D6A2FE30B}"/>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82355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B96C-5BA6-AAEA-8D4B-5A7B2E3EEC1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193E36C-C51D-1B70-0C48-3B352B0C5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0CE4D2-4DF2-6947-BF80-00DFD9E512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CF59201-CAAB-9E0C-1D15-3E9E0A395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B521AC-B220-C55F-A562-BC4FFED122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3F7E972-D439-D8AF-B68B-8E834E9DE539}"/>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8" name="Footer Placeholder 7">
            <a:extLst>
              <a:ext uri="{FF2B5EF4-FFF2-40B4-BE49-F238E27FC236}">
                <a16:creationId xmlns:a16="http://schemas.microsoft.com/office/drawing/2014/main" id="{0F3A7D35-1EAF-8ABD-6A43-F81E58697F8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2858380-C191-4A11-504B-68E8FA67D711}"/>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383533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CE49F-F07F-B71C-485F-955D9727715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3FF7A56-F3B5-B15D-4424-835D03C4C7EB}"/>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4" name="Footer Placeholder 3">
            <a:extLst>
              <a:ext uri="{FF2B5EF4-FFF2-40B4-BE49-F238E27FC236}">
                <a16:creationId xmlns:a16="http://schemas.microsoft.com/office/drawing/2014/main" id="{A0A4C600-DAEB-373F-0C5D-25BE377A86C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1253A14-5C4B-365F-DAF1-986393D5EA50}"/>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64776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9AFAFB-2FAB-3882-C723-BA3D97ACDA3A}"/>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3" name="Footer Placeholder 2">
            <a:extLst>
              <a:ext uri="{FF2B5EF4-FFF2-40B4-BE49-F238E27FC236}">
                <a16:creationId xmlns:a16="http://schemas.microsoft.com/office/drawing/2014/main" id="{5974AD83-F041-7665-CB09-B52AEB7236A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A3348B4-6A23-DFDB-A2D5-05F2B41A1F1E}"/>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15094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7750-F3C4-2FF5-FF55-86840CF8A2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5EDDB26-C67E-0AD8-D63F-89063A6100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0BF4C6C-48B7-D65E-D208-89075B8089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FEDE30-BEF0-9BF7-B68A-63B8340A5088}"/>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6" name="Footer Placeholder 5">
            <a:extLst>
              <a:ext uri="{FF2B5EF4-FFF2-40B4-BE49-F238E27FC236}">
                <a16:creationId xmlns:a16="http://schemas.microsoft.com/office/drawing/2014/main" id="{CB0E4384-197C-3221-7E2F-7A9BC80EBB5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CDA3A3-BC2F-F879-4780-2CAA071DF438}"/>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98542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3CBE7-7F33-8FD8-C3B8-136D03A970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7ACE94A-E0EB-C345-5EB2-62D5A2264D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1CCD048-8D55-A31D-9706-F631CB85EA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E95046-5762-B8B3-6851-0B8E99A33FED}"/>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6" name="Footer Placeholder 5">
            <a:extLst>
              <a:ext uri="{FF2B5EF4-FFF2-40B4-BE49-F238E27FC236}">
                <a16:creationId xmlns:a16="http://schemas.microsoft.com/office/drawing/2014/main" id="{75415F2D-4362-07B8-0E2C-D5BC4DB1826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AA3DDD5-7056-7BC2-75F2-1E8482E23008}"/>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177628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2E9FB-1DF3-1127-656E-0F521F3575C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2700F09-4C34-0721-320F-751AE81F16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642DF7-8977-CC30-0FEB-9948AF25D891}"/>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5" name="Footer Placeholder 4">
            <a:extLst>
              <a:ext uri="{FF2B5EF4-FFF2-40B4-BE49-F238E27FC236}">
                <a16:creationId xmlns:a16="http://schemas.microsoft.com/office/drawing/2014/main" id="{8EF99FC0-FB87-A14F-D454-8E2EA89312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E2DC7E-2059-562F-7715-C01A60896A93}"/>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811497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C19CAC-DD45-4E22-DCE8-F9A5E16E7B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B4612F-999F-04B2-7E71-5A1BAEAB9C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661450E-6E61-6AF8-B7AF-BF65A3E29E4B}"/>
              </a:ext>
            </a:extLst>
          </p:cNvPr>
          <p:cNvSpPr>
            <a:spLocks noGrp="1"/>
          </p:cNvSpPr>
          <p:nvPr>
            <p:ph type="dt" sz="half" idx="10"/>
          </p:nvPr>
        </p:nvSpPr>
        <p:spPr/>
        <p:txBody>
          <a:bodyPr/>
          <a:lstStyle/>
          <a:p>
            <a:fld id="{6A1B377F-046E-4B32-A3E7-5F51D184938C}" type="datetimeFigureOut">
              <a:rPr lang="en-GB" smtClean="0"/>
              <a:t>17/06/2025</a:t>
            </a:fld>
            <a:endParaRPr lang="en-GB"/>
          </a:p>
        </p:txBody>
      </p:sp>
      <p:sp>
        <p:nvSpPr>
          <p:cNvPr id="5" name="Footer Placeholder 4">
            <a:extLst>
              <a:ext uri="{FF2B5EF4-FFF2-40B4-BE49-F238E27FC236}">
                <a16:creationId xmlns:a16="http://schemas.microsoft.com/office/drawing/2014/main" id="{39CA5147-0A8C-1BB9-5D31-ADDC924BE9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EAF3A0-7FE8-7947-B16D-44F7888F32FB}"/>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111253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A92FE0-4724-8DEA-96D7-8973BEF16C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0BB340-BAEF-8556-7E86-0FBD1D49E0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66FFCF-D314-3F87-81E7-6C8EC6A477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1B377F-046E-4B32-A3E7-5F51D184938C}" type="datetimeFigureOut">
              <a:rPr lang="en-GB" smtClean="0"/>
              <a:t>17/06/2025</a:t>
            </a:fld>
            <a:endParaRPr lang="en-GB"/>
          </a:p>
        </p:txBody>
      </p:sp>
      <p:sp>
        <p:nvSpPr>
          <p:cNvPr id="5" name="Footer Placeholder 4">
            <a:extLst>
              <a:ext uri="{FF2B5EF4-FFF2-40B4-BE49-F238E27FC236}">
                <a16:creationId xmlns:a16="http://schemas.microsoft.com/office/drawing/2014/main" id="{909834BE-8FB4-0FDC-CE94-8E464CDB3F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A1D06D3A-48A5-F07E-4189-A6FF17BCA1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B8E237-40CB-49AE-BA64-FF0B1E8EB128}" type="slidenum">
              <a:rPr lang="en-GB" smtClean="0"/>
              <a:t>‹#›</a:t>
            </a:fld>
            <a:endParaRPr lang="en-GB"/>
          </a:p>
        </p:txBody>
      </p:sp>
    </p:spTree>
    <p:extLst>
      <p:ext uri="{BB962C8B-B14F-4D97-AF65-F5344CB8AC3E}">
        <p14:creationId xmlns:p14="http://schemas.microsoft.com/office/powerpoint/2010/main" val="1737368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3" Type="http://schemas.openxmlformats.org/officeDocument/2006/relationships/image" Target="../media/image6.png"/><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19.png"/><Relationship Id="rId21" Type="http://schemas.openxmlformats.org/officeDocument/2006/relationships/image" Target="../media/image10.png"/><Relationship Id="rId34" Type="http://schemas.openxmlformats.org/officeDocument/2006/relationships/customXml" Target="../ink/ink17.xml"/><Relationship Id="rId42" Type="http://schemas.openxmlformats.org/officeDocument/2006/relationships/customXml" Target="../ink/ink21.xml"/><Relationship Id="rId47" Type="http://schemas.openxmlformats.org/officeDocument/2006/relationships/image" Target="../media/image23.png"/><Relationship Id="rId7" Type="http://schemas.openxmlformats.org/officeDocument/2006/relationships/image" Target="../media/image3.png"/><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18.png"/><Relationship Id="rId40" Type="http://schemas.openxmlformats.org/officeDocument/2006/relationships/customXml" Target="../ink/ink20.xml"/><Relationship Id="rId45" Type="http://schemas.openxmlformats.org/officeDocument/2006/relationships/image" Target="../media/image22.png"/><Relationship Id="rId5" Type="http://schemas.openxmlformats.org/officeDocument/2006/relationships/image" Target="../media/image2.png"/><Relationship Id="rId15" Type="http://schemas.openxmlformats.org/officeDocument/2006/relationships/image" Target="../media/image7.png"/><Relationship Id="rId23" Type="http://schemas.openxmlformats.org/officeDocument/2006/relationships/image" Target="../media/image11.png"/><Relationship Id="rId28" Type="http://schemas.openxmlformats.org/officeDocument/2006/relationships/customXml" Target="../ink/ink14.xml"/><Relationship Id="rId36" Type="http://schemas.openxmlformats.org/officeDocument/2006/relationships/customXml" Target="../ink/ink18.xml"/><Relationship Id="rId10" Type="http://schemas.openxmlformats.org/officeDocument/2006/relationships/customXml" Target="../ink/ink5.xml"/><Relationship Id="rId19" Type="http://schemas.openxmlformats.org/officeDocument/2006/relationships/image" Target="../media/image9.png"/><Relationship Id="rId31" Type="http://schemas.openxmlformats.org/officeDocument/2006/relationships/image" Target="../media/image15.png"/><Relationship Id="rId44" Type="http://schemas.openxmlformats.org/officeDocument/2006/relationships/customXml" Target="../ink/ink22.xml"/><Relationship Id="rId4" Type="http://schemas.openxmlformats.org/officeDocument/2006/relationships/customXml" Target="../ink/ink2.xml"/><Relationship Id="rId9" Type="http://schemas.openxmlformats.org/officeDocument/2006/relationships/image" Target="../media/image4.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3.png"/><Relationship Id="rId30" Type="http://schemas.openxmlformats.org/officeDocument/2006/relationships/customXml" Target="../ink/ink15.xml"/><Relationship Id="rId35" Type="http://schemas.openxmlformats.org/officeDocument/2006/relationships/image" Target="../media/image17.png"/><Relationship Id="rId43" Type="http://schemas.openxmlformats.org/officeDocument/2006/relationships/image" Target="../media/image21.png"/><Relationship Id="rId8" Type="http://schemas.openxmlformats.org/officeDocument/2006/relationships/customXml" Target="../ink/ink4.xml"/><Relationship Id="rId3" Type="http://schemas.openxmlformats.org/officeDocument/2006/relationships/image" Target="../media/image1.png"/><Relationship Id="rId12" Type="http://schemas.openxmlformats.org/officeDocument/2006/relationships/customXml" Target="../ink/ink6.xml"/><Relationship Id="rId17" Type="http://schemas.openxmlformats.org/officeDocument/2006/relationships/image" Target="../media/image8.png"/><Relationship Id="rId25" Type="http://schemas.openxmlformats.org/officeDocument/2006/relationships/image" Target="../media/image12.png"/><Relationship Id="rId33" Type="http://schemas.openxmlformats.org/officeDocument/2006/relationships/image" Target="../media/image16.png"/><Relationship Id="rId38" Type="http://schemas.openxmlformats.org/officeDocument/2006/relationships/customXml" Target="../ink/ink19.xml"/><Relationship Id="rId46" Type="http://schemas.openxmlformats.org/officeDocument/2006/relationships/customXml" Target="../ink/ink23.xml"/><Relationship Id="rId20" Type="http://schemas.openxmlformats.org/officeDocument/2006/relationships/customXml" Target="../ink/ink10.xml"/><Relationship Id="rId41"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customXml" Target="../ink/ink27.xml"/><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customXml" Target="../ink/ink24.xml"/><Relationship Id="rId1" Type="http://schemas.openxmlformats.org/officeDocument/2006/relationships/slideLayout" Target="../slideLayouts/slideLayout2.xml"/><Relationship Id="rId6" Type="http://schemas.openxmlformats.org/officeDocument/2006/relationships/customXml" Target="../ink/ink26.xml"/><Relationship Id="rId11" Type="http://schemas.openxmlformats.org/officeDocument/2006/relationships/image" Target="../media/image28.png"/><Relationship Id="rId5" Type="http://schemas.openxmlformats.org/officeDocument/2006/relationships/image" Target="../media/image25.png"/><Relationship Id="rId10" Type="http://schemas.openxmlformats.org/officeDocument/2006/relationships/customXml" Target="../ink/ink28.xml"/><Relationship Id="rId4" Type="http://schemas.openxmlformats.org/officeDocument/2006/relationships/customXml" Target="../ink/ink25.xml"/><Relationship Id="rId9"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5F3E-DAA1-0785-65FC-D7C484EC4425}"/>
              </a:ext>
            </a:extLst>
          </p:cNvPr>
          <p:cNvSpPr>
            <a:spLocks noGrp="1"/>
          </p:cNvSpPr>
          <p:nvPr>
            <p:ph type="ctrTitle"/>
          </p:nvPr>
        </p:nvSpPr>
        <p:spPr/>
        <p:txBody>
          <a:bodyPr/>
          <a:lstStyle/>
          <a:p>
            <a:r>
              <a:rPr lang="en-GB" dirty="0"/>
              <a:t>Dissertation plan</a:t>
            </a:r>
          </a:p>
        </p:txBody>
      </p:sp>
      <p:sp>
        <p:nvSpPr>
          <p:cNvPr id="3" name="Subtitle 2">
            <a:extLst>
              <a:ext uri="{FF2B5EF4-FFF2-40B4-BE49-F238E27FC236}">
                <a16:creationId xmlns:a16="http://schemas.microsoft.com/office/drawing/2014/main" id="{293BA05C-A9A1-F537-E6D4-1FC43BEC199D}"/>
              </a:ext>
            </a:extLst>
          </p:cNvPr>
          <p:cNvSpPr>
            <a:spLocks noGrp="1"/>
          </p:cNvSpPr>
          <p:nvPr>
            <p:ph type="subTitle" idx="1"/>
          </p:nvPr>
        </p:nvSpPr>
        <p:spPr/>
        <p:txBody>
          <a:bodyPr/>
          <a:lstStyle/>
          <a:p>
            <a:r>
              <a:rPr lang="en-GB" dirty="0"/>
              <a:t>Get an idea of what its </a:t>
            </a:r>
            <a:r>
              <a:rPr lang="en-GB" dirty="0" err="1"/>
              <a:t>gonna</a:t>
            </a:r>
            <a:r>
              <a:rPr lang="en-GB" dirty="0"/>
              <a:t> look like before I start</a:t>
            </a:r>
          </a:p>
        </p:txBody>
      </p:sp>
    </p:spTree>
    <p:extLst>
      <p:ext uri="{BB962C8B-B14F-4D97-AF65-F5344CB8AC3E}">
        <p14:creationId xmlns:p14="http://schemas.microsoft.com/office/powerpoint/2010/main" val="94333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0DB8-90AF-2FCD-6656-A38C04DBDFCB}"/>
              </a:ext>
            </a:extLst>
          </p:cNvPr>
          <p:cNvSpPr>
            <a:spLocks noGrp="1"/>
          </p:cNvSpPr>
          <p:nvPr>
            <p:ph type="title"/>
          </p:nvPr>
        </p:nvSpPr>
        <p:spPr/>
        <p:txBody>
          <a:bodyPr/>
          <a:lstStyle/>
          <a:p>
            <a:r>
              <a:rPr lang="en-GB" dirty="0"/>
              <a:t>What I have</a:t>
            </a:r>
          </a:p>
        </p:txBody>
      </p:sp>
      <p:sp>
        <p:nvSpPr>
          <p:cNvPr id="3" name="Content Placeholder 2">
            <a:extLst>
              <a:ext uri="{FF2B5EF4-FFF2-40B4-BE49-F238E27FC236}">
                <a16:creationId xmlns:a16="http://schemas.microsoft.com/office/drawing/2014/main" id="{4158F20B-A976-D9EF-45D4-41F4EAE9AB23}"/>
              </a:ext>
            </a:extLst>
          </p:cNvPr>
          <p:cNvSpPr>
            <a:spLocks noGrp="1"/>
          </p:cNvSpPr>
          <p:nvPr>
            <p:ph idx="1"/>
          </p:nvPr>
        </p:nvSpPr>
        <p:spPr/>
        <p:txBody>
          <a:bodyPr/>
          <a:lstStyle/>
          <a:p>
            <a:r>
              <a:rPr lang="en-GB" dirty="0"/>
              <a:t>Genomes and metadata on NCBI</a:t>
            </a:r>
          </a:p>
          <a:p>
            <a:r>
              <a:rPr lang="en-GB" dirty="0"/>
              <a:t>Previous code from Y2</a:t>
            </a:r>
          </a:p>
          <a:p>
            <a:r>
              <a:rPr lang="en-GB" dirty="0"/>
              <a:t>Annotations on NCBI</a:t>
            </a:r>
          </a:p>
          <a:p>
            <a:r>
              <a:rPr lang="en-GB" dirty="0"/>
              <a:t>10 samples from Bangor, more pending (maybe use, maybe not)</a:t>
            </a:r>
          </a:p>
          <a:p>
            <a:r>
              <a:rPr lang="en-GB" dirty="0"/>
              <a:t>Existing title (</a:t>
            </a:r>
            <a:r>
              <a:rPr lang="en-US" sz="1800" kern="1400" spc="-50" dirty="0">
                <a:effectLst/>
                <a:latin typeface="Aptos Display" panose="020B0004020202020204" pitchFamily="34" charset="0"/>
                <a:ea typeface="Times New Roman" panose="02020603050405020304" pitchFamily="18" charset="0"/>
                <a:cs typeface="Times New Roman" panose="02020603050405020304" pitchFamily="18" charset="0"/>
              </a:rPr>
              <a:t>Functional variation among bacterial taxa within host-associated microbiomes</a:t>
            </a:r>
            <a:r>
              <a:rPr lang="en-GB" dirty="0"/>
              <a:t>)</a:t>
            </a:r>
          </a:p>
          <a:p>
            <a:endParaRPr lang="en-GB" dirty="0"/>
          </a:p>
        </p:txBody>
      </p:sp>
    </p:spTree>
    <p:extLst>
      <p:ext uri="{BB962C8B-B14F-4D97-AF65-F5344CB8AC3E}">
        <p14:creationId xmlns:p14="http://schemas.microsoft.com/office/powerpoint/2010/main" val="2240182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B4A-32E1-DB33-0BDC-81BE84DEF158}"/>
              </a:ext>
            </a:extLst>
          </p:cNvPr>
          <p:cNvSpPr>
            <a:spLocks noGrp="1"/>
          </p:cNvSpPr>
          <p:nvPr>
            <p:ph type="title"/>
          </p:nvPr>
        </p:nvSpPr>
        <p:spPr/>
        <p:txBody>
          <a:bodyPr/>
          <a:lstStyle/>
          <a:p>
            <a:r>
              <a:rPr lang="en-GB" dirty="0"/>
              <a:t>hypothesis</a:t>
            </a:r>
          </a:p>
        </p:txBody>
      </p:sp>
      <p:sp>
        <p:nvSpPr>
          <p:cNvPr id="3" name="Content Placeholder 2">
            <a:extLst>
              <a:ext uri="{FF2B5EF4-FFF2-40B4-BE49-F238E27FC236}">
                <a16:creationId xmlns:a16="http://schemas.microsoft.com/office/drawing/2014/main" id="{FD911808-5E0C-F07C-33F9-824E8C37CFA0}"/>
              </a:ext>
            </a:extLst>
          </p:cNvPr>
          <p:cNvSpPr>
            <a:spLocks noGrp="1"/>
          </p:cNvSpPr>
          <p:nvPr>
            <p:ph idx="1"/>
          </p:nvPr>
        </p:nvSpPr>
        <p:spPr/>
        <p:txBody>
          <a:bodyPr>
            <a:normAutofit lnSpcReduction="10000"/>
          </a:bodyPr>
          <a:lstStyle/>
          <a:p>
            <a:pPr>
              <a:spcBef>
                <a:spcPts val="800"/>
              </a:spcBef>
              <a:spcAft>
                <a:spcPts val="400"/>
              </a:spcAft>
              <a:buNone/>
            </a:pPr>
            <a:r>
              <a:rPr lang="en-US"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Previously stated Aims </a:t>
            </a:r>
            <a:endPar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spcBef>
                <a:spcPts val="900"/>
              </a:spcBef>
              <a:spcAft>
                <a:spcPts val="9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Aim 1: determine whether bacterial genera living on or in different hosts have different genomic functional capacities. (bacterial species/genera adapt to their host)</a:t>
            </a:r>
            <a:endParaRPr lang="en-GB" sz="18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900"/>
              </a:spcBef>
              <a:spcAft>
                <a:spcPts val="9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Aim 2: determine whether different bacterial taxa (genera or families) differ in their predicted functional capacity independent of their host environment. (the adapt to other factors than host)</a:t>
            </a:r>
          </a:p>
          <a:p>
            <a:pPr>
              <a:spcBef>
                <a:spcPts val="800"/>
              </a:spcBef>
              <a:spcAft>
                <a:spcPts val="400"/>
              </a:spcAft>
              <a:buNone/>
            </a:pPr>
            <a:r>
              <a:rPr lang="en-US"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H</a:t>
            </a:r>
            <a:r>
              <a:rPr lang="en-GB" sz="1800" b="1" dirty="0" err="1">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ypothesis</a:t>
            </a:r>
            <a:r>
              <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idea 1</a:t>
            </a:r>
          </a:p>
          <a:p>
            <a:pPr>
              <a:spcBef>
                <a:spcPts val="800"/>
              </a:spcBef>
              <a:spcAft>
                <a:spcPts val="4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Do bacterial species and genera significantly differ in gene function based on host environment or other factors such as evolutionary history or geographic location? I expect that all of these variables will have an effect on what genes are majorly represented in a species or genus.</a:t>
            </a:r>
          </a:p>
          <a:p>
            <a:pPr marL="0" indent="0">
              <a:spcBef>
                <a:spcPts val="800"/>
              </a:spcBef>
              <a:spcAft>
                <a:spcPts val="400"/>
              </a:spcAft>
              <a:buNone/>
            </a:pPr>
            <a:r>
              <a:rPr lang="en-US"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H</a:t>
            </a:r>
            <a:r>
              <a:rPr lang="en-GB" sz="1800" b="1" dirty="0" err="1">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ypothesis</a:t>
            </a:r>
            <a:r>
              <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idea 2</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800"/>
              </a:spcBef>
              <a:spcAft>
                <a:spcPts val="4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Do bacterial species and genera significantly differ in gene function, beyond what would be expected from evolutionary history alone, such as by host environment or geographic location? Yes, I expect they adapt</a:t>
            </a:r>
            <a:endPar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4218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6452A-6743-EFD2-0C1E-FC87B24267D0}"/>
              </a:ext>
            </a:extLst>
          </p:cNvPr>
          <p:cNvSpPr>
            <a:spLocks noGrp="1"/>
          </p:cNvSpPr>
          <p:nvPr>
            <p:ph type="title"/>
          </p:nvPr>
        </p:nvSpPr>
        <p:spPr/>
        <p:txBody>
          <a:bodyPr/>
          <a:lstStyle/>
          <a:p>
            <a:r>
              <a:rPr lang="en-GB" dirty="0"/>
              <a:t>Hypothesis – more ideas</a:t>
            </a:r>
          </a:p>
        </p:txBody>
      </p:sp>
      <p:sp>
        <p:nvSpPr>
          <p:cNvPr id="3" name="Content Placeholder 2">
            <a:extLst>
              <a:ext uri="{FF2B5EF4-FFF2-40B4-BE49-F238E27FC236}">
                <a16:creationId xmlns:a16="http://schemas.microsoft.com/office/drawing/2014/main" id="{CB64B4DE-7C50-46A5-2654-8DABE9E37B90}"/>
              </a:ext>
            </a:extLst>
          </p:cNvPr>
          <p:cNvSpPr>
            <a:spLocks noGrp="1"/>
          </p:cNvSpPr>
          <p:nvPr>
            <p:ph idx="1"/>
          </p:nvPr>
        </p:nvSpPr>
        <p:spPr/>
        <p:txBody>
          <a:bodyPr/>
          <a:lstStyle/>
          <a:p>
            <a:r>
              <a:rPr lang="en-GB" dirty="0"/>
              <a:t>Do bacteria that have known effects as part of the microbiome of one species exhibit different traits when found in the microbiome of another species that is exposed to different pressures or a different environment?</a:t>
            </a:r>
          </a:p>
          <a:p>
            <a:r>
              <a:rPr lang="en-GB" dirty="0"/>
              <a:t>Do bacterial species adapt to pathogen pressures in their hosts?</a:t>
            </a:r>
          </a:p>
          <a:p>
            <a:endParaRPr lang="en-GB" dirty="0"/>
          </a:p>
          <a:p>
            <a:r>
              <a:rPr lang="en-GB" dirty="0"/>
              <a:t>It all just feels too small, maybe I need to do some reading around to get some better ideas</a:t>
            </a:r>
          </a:p>
          <a:p>
            <a:endParaRPr lang="en-GB" dirty="0"/>
          </a:p>
          <a:p>
            <a:endParaRPr lang="en-GB" dirty="0"/>
          </a:p>
        </p:txBody>
      </p:sp>
    </p:spTree>
    <p:extLst>
      <p:ext uri="{BB962C8B-B14F-4D97-AF65-F5344CB8AC3E}">
        <p14:creationId xmlns:p14="http://schemas.microsoft.com/office/powerpoint/2010/main" val="1302420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BC593-A997-3918-6D10-32A91CE71CE5}"/>
              </a:ext>
            </a:extLst>
          </p:cNvPr>
          <p:cNvSpPr>
            <a:spLocks noGrp="1"/>
          </p:cNvSpPr>
          <p:nvPr>
            <p:ph type="title"/>
          </p:nvPr>
        </p:nvSpPr>
        <p:spPr/>
        <p:txBody>
          <a:bodyPr/>
          <a:lstStyle/>
          <a:p>
            <a:r>
              <a:rPr lang="en-GB" dirty="0"/>
              <a:t>Bigger ideas – likely too big</a:t>
            </a:r>
          </a:p>
        </p:txBody>
      </p:sp>
      <p:sp>
        <p:nvSpPr>
          <p:cNvPr id="3" name="Content Placeholder 2">
            <a:extLst>
              <a:ext uri="{FF2B5EF4-FFF2-40B4-BE49-F238E27FC236}">
                <a16:creationId xmlns:a16="http://schemas.microsoft.com/office/drawing/2014/main" id="{F7B96731-5EDC-4DF1-EA1F-AE335459B11C}"/>
              </a:ext>
            </a:extLst>
          </p:cNvPr>
          <p:cNvSpPr>
            <a:spLocks noGrp="1"/>
          </p:cNvSpPr>
          <p:nvPr>
            <p:ph idx="1"/>
          </p:nvPr>
        </p:nvSpPr>
        <p:spPr/>
        <p:txBody>
          <a:bodyPr/>
          <a:lstStyle/>
          <a:p>
            <a:r>
              <a:rPr lang="en-GB" dirty="0"/>
              <a:t>A review on how different bacterial species change to benefit their host when found in a host-associated microbiome, compared with their potential roles in the environment</a:t>
            </a:r>
          </a:p>
          <a:p>
            <a:endParaRPr lang="en-GB" dirty="0"/>
          </a:p>
          <a:p>
            <a:r>
              <a:rPr lang="en-GB" dirty="0"/>
              <a:t>Continuing last year: how 10 bacterial isolates interact in the host-associated microbiome they were sampled from, understanding their environmental function and interplay from their genetic dissimilarities. </a:t>
            </a:r>
          </a:p>
        </p:txBody>
      </p:sp>
    </p:spTree>
    <p:extLst>
      <p:ext uri="{BB962C8B-B14F-4D97-AF65-F5344CB8AC3E}">
        <p14:creationId xmlns:p14="http://schemas.microsoft.com/office/powerpoint/2010/main" val="151538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34FA-D4EA-EE01-26CD-9F9EBD0948C0}"/>
              </a:ext>
            </a:extLst>
          </p:cNvPr>
          <p:cNvSpPr>
            <a:spLocks noGrp="1"/>
          </p:cNvSpPr>
          <p:nvPr>
            <p:ph type="title"/>
          </p:nvPr>
        </p:nvSpPr>
        <p:spPr/>
        <p:txBody>
          <a:bodyPr/>
          <a:lstStyle/>
          <a:p>
            <a:r>
              <a:rPr lang="en-GB" dirty="0"/>
              <a:t>More ideas</a:t>
            </a:r>
          </a:p>
        </p:txBody>
      </p:sp>
      <p:sp>
        <p:nvSpPr>
          <p:cNvPr id="3" name="Content Placeholder 2">
            <a:extLst>
              <a:ext uri="{FF2B5EF4-FFF2-40B4-BE49-F238E27FC236}">
                <a16:creationId xmlns:a16="http://schemas.microsoft.com/office/drawing/2014/main" id="{EE38CAB7-F43F-791B-33B9-B0E48C0305AF}"/>
              </a:ext>
            </a:extLst>
          </p:cNvPr>
          <p:cNvSpPr>
            <a:spLocks noGrp="1"/>
          </p:cNvSpPr>
          <p:nvPr>
            <p:ph idx="1"/>
          </p:nvPr>
        </p:nvSpPr>
        <p:spPr/>
        <p:txBody>
          <a:bodyPr/>
          <a:lstStyle/>
          <a:p>
            <a:r>
              <a:rPr lang="en-GB" dirty="0"/>
              <a:t>Pan-genomics: illuminating the pan-genome for [bacterial species(plural?)], the core genes shared by all serotypes and those that flux based on host-environment or geographic location.</a:t>
            </a:r>
          </a:p>
        </p:txBody>
      </p:sp>
    </p:spTree>
    <p:extLst>
      <p:ext uri="{BB962C8B-B14F-4D97-AF65-F5344CB8AC3E}">
        <p14:creationId xmlns:p14="http://schemas.microsoft.com/office/powerpoint/2010/main" val="1906101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9578A-D658-A932-FDC2-BD2828894178}"/>
              </a:ext>
            </a:extLst>
          </p:cNvPr>
          <p:cNvSpPr>
            <a:spLocks noGrp="1"/>
          </p:cNvSpPr>
          <p:nvPr>
            <p:ph type="title"/>
          </p:nvPr>
        </p:nvSpPr>
        <p:spPr/>
        <p:txBody>
          <a:bodyPr/>
          <a:lstStyle/>
          <a:p>
            <a:r>
              <a:rPr lang="en-GB" dirty="0"/>
              <a:t>Which bacteria to start with?</a:t>
            </a:r>
          </a:p>
        </p:txBody>
      </p:sp>
      <p:sp>
        <p:nvSpPr>
          <p:cNvPr id="3" name="Content Placeholder 2">
            <a:extLst>
              <a:ext uri="{FF2B5EF4-FFF2-40B4-BE49-F238E27FC236}">
                <a16:creationId xmlns:a16="http://schemas.microsoft.com/office/drawing/2014/main" id="{48EE4DAF-3EA5-6C33-AF90-DD3B4133B9FE}"/>
              </a:ext>
            </a:extLst>
          </p:cNvPr>
          <p:cNvSpPr>
            <a:spLocks noGrp="1"/>
          </p:cNvSpPr>
          <p:nvPr>
            <p:ph idx="1"/>
          </p:nvPr>
        </p:nvSpPr>
        <p:spPr/>
        <p:txBody>
          <a:bodyPr/>
          <a:lstStyle/>
          <a:p>
            <a:r>
              <a:rPr lang="en-GB" dirty="0"/>
              <a:t>Compare species within a genus with each other</a:t>
            </a:r>
          </a:p>
          <a:p>
            <a:pPr lvl="1"/>
            <a:r>
              <a:rPr lang="en-GB" dirty="0"/>
              <a:t>(once beyond family level any differences due to env or host likely drowned out by evolutionary distance, so keeping at the genus level good)</a:t>
            </a:r>
          </a:p>
          <a:p>
            <a:pPr lvl="1"/>
            <a:r>
              <a:rPr lang="en-GB" dirty="0"/>
              <a:t>Genus wants to be well studied, with plentiful samples from hosts across phyla and orders, from all around the world.</a:t>
            </a:r>
          </a:p>
          <a:p>
            <a:pPr lvl="1"/>
            <a:r>
              <a:rPr lang="en-GB" dirty="0"/>
              <a:t>E. coli?</a:t>
            </a:r>
          </a:p>
        </p:txBody>
      </p:sp>
    </p:spTree>
    <p:extLst>
      <p:ext uri="{BB962C8B-B14F-4D97-AF65-F5344CB8AC3E}">
        <p14:creationId xmlns:p14="http://schemas.microsoft.com/office/powerpoint/2010/main" val="3035047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5190D-35F1-E4E6-E289-8D9343D4E256}"/>
              </a:ext>
            </a:extLst>
          </p:cNvPr>
          <p:cNvSpPr>
            <a:spLocks noGrp="1"/>
          </p:cNvSpPr>
          <p:nvPr>
            <p:ph type="title"/>
          </p:nvPr>
        </p:nvSpPr>
        <p:spPr/>
        <p:txBody>
          <a:bodyPr/>
          <a:lstStyle/>
          <a:p>
            <a:r>
              <a:rPr lang="en-GB" dirty="0"/>
              <a:t>Major problems (1)</a:t>
            </a:r>
          </a:p>
        </p:txBody>
      </p:sp>
      <p:sp>
        <p:nvSpPr>
          <p:cNvPr id="3" name="Content Placeholder 2">
            <a:extLst>
              <a:ext uri="{FF2B5EF4-FFF2-40B4-BE49-F238E27FC236}">
                <a16:creationId xmlns:a16="http://schemas.microsoft.com/office/drawing/2014/main" id="{3FD52212-9464-658C-73F7-05B14F9917D8}"/>
              </a:ext>
            </a:extLst>
          </p:cNvPr>
          <p:cNvSpPr>
            <a:spLocks noGrp="1"/>
          </p:cNvSpPr>
          <p:nvPr>
            <p:ph idx="1"/>
          </p:nvPr>
        </p:nvSpPr>
        <p:spPr/>
        <p:txBody>
          <a:bodyPr>
            <a:normAutofit fontScale="92500" lnSpcReduction="10000"/>
          </a:bodyPr>
          <a:lstStyle/>
          <a:p>
            <a:r>
              <a:rPr lang="en-GB" dirty="0"/>
              <a:t>Problem 1: very, very few samples (for the bacterial species I have looked at so far) have decent host information, and very few of them have non-plant hosts. </a:t>
            </a:r>
          </a:p>
          <a:p>
            <a:r>
              <a:rPr lang="en-GB" dirty="0"/>
              <a:t>Potential solutions 1: Maybe the genera I have looked at are </a:t>
            </a:r>
            <a:r>
              <a:rPr lang="en-GB" dirty="0" err="1"/>
              <a:t>pooly</a:t>
            </a:r>
            <a:r>
              <a:rPr lang="en-GB" dirty="0"/>
              <a:t> studied and there are more common lineages that have a wider variety of information / Maybe I will end up having to group samples by just host because combining by host and species will be too hard, though that might get odd.</a:t>
            </a:r>
          </a:p>
          <a:p>
            <a:r>
              <a:rPr lang="en-GB" dirty="0"/>
              <a:t>Next steps 1: look at the NCBI website for more common genera, like maybe it would be good to start with </a:t>
            </a:r>
            <a:r>
              <a:rPr lang="en-GB" i="1" dirty="0"/>
              <a:t>E. coli </a:t>
            </a:r>
            <a:r>
              <a:rPr lang="en-GB" dirty="0"/>
              <a:t>because it is very common, find the host info, which will involve downloading all the metadata and then querying the host info.</a:t>
            </a:r>
            <a:endParaRPr lang="en-GB" i="1" dirty="0"/>
          </a:p>
        </p:txBody>
      </p:sp>
    </p:spTree>
    <p:extLst>
      <p:ext uri="{BB962C8B-B14F-4D97-AF65-F5344CB8AC3E}">
        <p14:creationId xmlns:p14="http://schemas.microsoft.com/office/powerpoint/2010/main" val="2312607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104C3-5E5F-C1D9-7D0F-0E4884F17CE6}"/>
              </a:ext>
            </a:extLst>
          </p:cNvPr>
          <p:cNvSpPr>
            <a:spLocks noGrp="1"/>
          </p:cNvSpPr>
          <p:nvPr>
            <p:ph type="title"/>
          </p:nvPr>
        </p:nvSpPr>
        <p:spPr/>
        <p:txBody>
          <a:bodyPr/>
          <a:lstStyle/>
          <a:p>
            <a:r>
              <a:rPr lang="en-GB" dirty="0"/>
              <a:t>Major problems (2)</a:t>
            </a:r>
          </a:p>
        </p:txBody>
      </p:sp>
      <p:sp>
        <p:nvSpPr>
          <p:cNvPr id="3" name="Content Placeholder 2">
            <a:extLst>
              <a:ext uri="{FF2B5EF4-FFF2-40B4-BE49-F238E27FC236}">
                <a16:creationId xmlns:a16="http://schemas.microsoft.com/office/drawing/2014/main" id="{075140A5-0E42-AE8F-5076-2AD67334A379}"/>
              </a:ext>
            </a:extLst>
          </p:cNvPr>
          <p:cNvSpPr>
            <a:spLocks noGrp="1"/>
          </p:cNvSpPr>
          <p:nvPr>
            <p:ph idx="1"/>
          </p:nvPr>
        </p:nvSpPr>
        <p:spPr/>
        <p:txBody>
          <a:bodyPr/>
          <a:lstStyle/>
          <a:p>
            <a:r>
              <a:rPr lang="en-GB" dirty="0"/>
              <a:t>Problem 2: obtaining the KEGG pathways at scale is very manual and difficult, even with the semi-automated approach used in Y2. It takes a long time and takes a lot of resources on Hawk.</a:t>
            </a:r>
          </a:p>
          <a:p>
            <a:r>
              <a:rPr lang="en-GB" dirty="0"/>
              <a:t>Potential Solutions 2: make use of the annotations already done on the NCBI website to map to KEGG pathways (Claude.ai has suggested this is possible, so we’ll have to see).</a:t>
            </a:r>
          </a:p>
          <a:p>
            <a:r>
              <a:rPr lang="en-GB" dirty="0"/>
              <a:t>Next steps 2: investigate the annotation section that exists for many online samples, see if it can be used to shortcut the annotation process.</a:t>
            </a:r>
          </a:p>
        </p:txBody>
      </p:sp>
    </p:spTree>
    <p:extLst>
      <p:ext uri="{BB962C8B-B14F-4D97-AF65-F5344CB8AC3E}">
        <p14:creationId xmlns:p14="http://schemas.microsoft.com/office/powerpoint/2010/main" val="917335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1CEAA-9481-E73B-D5D4-6DBAEB852DEC}"/>
              </a:ext>
            </a:extLst>
          </p:cNvPr>
          <p:cNvSpPr>
            <a:spLocks noGrp="1"/>
          </p:cNvSpPr>
          <p:nvPr>
            <p:ph type="title"/>
          </p:nvPr>
        </p:nvSpPr>
        <p:spPr/>
        <p:txBody>
          <a:bodyPr/>
          <a:lstStyle/>
          <a:p>
            <a:r>
              <a:rPr lang="en-GB" dirty="0"/>
              <a:t>Major Problems (3)</a:t>
            </a:r>
          </a:p>
        </p:txBody>
      </p:sp>
      <p:sp>
        <p:nvSpPr>
          <p:cNvPr id="3" name="Content Placeholder 2">
            <a:extLst>
              <a:ext uri="{FF2B5EF4-FFF2-40B4-BE49-F238E27FC236}">
                <a16:creationId xmlns:a16="http://schemas.microsoft.com/office/drawing/2014/main" id="{ACEFF39B-8B14-ED8B-3D51-96D679D6560C}"/>
              </a:ext>
            </a:extLst>
          </p:cNvPr>
          <p:cNvSpPr>
            <a:spLocks noGrp="1"/>
          </p:cNvSpPr>
          <p:nvPr>
            <p:ph idx="1"/>
          </p:nvPr>
        </p:nvSpPr>
        <p:spPr/>
        <p:txBody>
          <a:bodyPr>
            <a:normAutofit fontScale="77500" lnSpcReduction="20000"/>
          </a:bodyPr>
          <a:lstStyle/>
          <a:p>
            <a:r>
              <a:rPr lang="en-GB" dirty="0"/>
              <a:t>Problem 3: There is an acceptable amount of decent host information, as I concluded from answering MP1. However, this information is not acceptably distributed between taxa. Specifically, there is usually next to no amphibian or reptile hosts in the genera I have studied previously. Finding genera that have more even and diverse host information would be ideal for study, so that a wider range of hosts can be studied, which will improve analysis. In summary, the answer to MP1 was getting more annotations of the same genera. However, this does not answer the new problem that creates of (what if the amount of reptile and amphibian hosts does not improve to within acceptable margins?)</a:t>
            </a:r>
          </a:p>
          <a:p>
            <a:r>
              <a:rPr lang="en-GB" dirty="0"/>
              <a:t>Potential solutions 3: I may need fresh genera that have been previously studied in more diverse hosts. just read and look around for more bacterial genera to try</a:t>
            </a:r>
          </a:p>
          <a:p>
            <a:r>
              <a:rPr lang="en-GB" dirty="0"/>
              <a:t>Next steps 3: Once the pipeline is up and major problem 2 is </a:t>
            </a:r>
            <a:r>
              <a:rPr lang="en-GB" dirty="0" err="1"/>
              <a:t>answerd</a:t>
            </a:r>
            <a:r>
              <a:rPr lang="en-GB" dirty="0"/>
              <a:t>, just keep trying genera until I hit one with a diverse host-set. Look into FTP (File Transfer Protocol) NCBI site. It has zip files on /</a:t>
            </a:r>
            <a:r>
              <a:rPr lang="en-GB" dirty="0" err="1"/>
              <a:t>biosample</a:t>
            </a:r>
            <a:r>
              <a:rPr lang="en-GB" dirty="0"/>
              <a:t>/</a:t>
            </a:r>
            <a:r>
              <a:rPr lang="en-GB" dirty="0" err="1"/>
              <a:t>biosample_set</a:t>
            </a:r>
            <a:r>
              <a:rPr lang="en-GB" dirty="0"/>
              <a:t> which may prove useful, and may require </a:t>
            </a:r>
            <a:r>
              <a:rPr lang="en-GB" dirty="0" err="1"/>
              <a:t>linux</a:t>
            </a:r>
            <a:r>
              <a:rPr lang="en-GB" dirty="0"/>
              <a:t> or python tools to properly explore.</a:t>
            </a:r>
          </a:p>
        </p:txBody>
      </p:sp>
    </p:spTree>
    <p:extLst>
      <p:ext uri="{BB962C8B-B14F-4D97-AF65-F5344CB8AC3E}">
        <p14:creationId xmlns:p14="http://schemas.microsoft.com/office/powerpoint/2010/main" val="2886848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9835C-CA42-2D0C-5776-29F101282CE3}"/>
              </a:ext>
            </a:extLst>
          </p:cNvPr>
          <p:cNvSpPr>
            <a:spLocks noGrp="1"/>
          </p:cNvSpPr>
          <p:nvPr>
            <p:ph type="title"/>
          </p:nvPr>
        </p:nvSpPr>
        <p:spPr/>
        <p:txBody>
          <a:bodyPr/>
          <a:lstStyle/>
          <a:p>
            <a:r>
              <a:rPr lang="en-GB" dirty="0"/>
              <a:t>MP3 continued</a:t>
            </a:r>
          </a:p>
        </p:txBody>
      </p:sp>
      <p:sp>
        <p:nvSpPr>
          <p:cNvPr id="3" name="Content Placeholder 2">
            <a:extLst>
              <a:ext uri="{FF2B5EF4-FFF2-40B4-BE49-F238E27FC236}">
                <a16:creationId xmlns:a16="http://schemas.microsoft.com/office/drawing/2014/main" id="{8DB3BD22-A638-E02C-5F3B-CB5DD185FC3F}"/>
              </a:ext>
            </a:extLst>
          </p:cNvPr>
          <p:cNvSpPr>
            <a:spLocks noGrp="1"/>
          </p:cNvSpPr>
          <p:nvPr>
            <p:ph idx="1"/>
          </p:nvPr>
        </p:nvSpPr>
        <p:spPr/>
        <p:txBody>
          <a:bodyPr>
            <a:normAutofit fontScale="92500" lnSpcReduction="10000"/>
          </a:bodyPr>
          <a:lstStyle/>
          <a:p>
            <a:r>
              <a:rPr lang="en-US" dirty="0"/>
              <a:t>next steps: test whether adding more data improves the proportions </a:t>
            </a:r>
            <a:r>
              <a:rPr lang="en-US" dirty="0" err="1"/>
              <a:t>etc</a:t>
            </a:r>
            <a:r>
              <a:rPr lang="en-US" dirty="0"/>
              <a:t>, but that needs to be after MP2, specifically for reps, so that is MP3 (so a comparison of the old dataset with the new dataset, that could get convoluted…)</a:t>
            </a:r>
          </a:p>
          <a:p>
            <a:r>
              <a:rPr lang="en-US" dirty="0"/>
              <a:t>How I do MP3 is based on the results of MP1 and 2. Maybe I just need more data, maybe I need new genera. I remember for 1 genera or other I may be maxed out and have all the accessions already</a:t>
            </a:r>
          </a:p>
          <a:p>
            <a:r>
              <a:rPr lang="en-US" dirty="0"/>
              <a:t>Perhaps I will have to live with a lack of info for herps</a:t>
            </a:r>
          </a:p>
          <a:p>
            <a:r>
              <a:rPr lang="en-GB" dirty="0"/>
              <a:t>The more I think about this the more I think it is the same as MP1, but can only be fixed after MP2 and this thing with the herps is just a by-product</a:t>
            </a:r>
          </a:p>
        </p:txBody>
      </p:sp>
    </p:spTree>
    <p:extLst>
      <p:ext uri="{BB962C8B-B14F-4D97-AF65-F5344CB8AC3E}">
        <p14:creationId xmlns:p14="http://schemas.microsoft.com/office/powerpoint/2010/main" val="92672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B767-31F4-A750-EA3C-58E878CC26AE}"/>
              </a:ext>
            </a:extLst>
          </p:cNvPr>
          <p:cNvSpPr>
            <a:spLocks noGrp="1"/>
          </p:cNvSpPr>
          <p:nvPr>
            <p:ph type="title"/>
          </p:nvPr>
        </p:nvSpPr>
        <p:spPr/>
        <p:txBody>
          <a:bodyPr/>
          <a:lstStyle/>
          <a:p>
            <a:r>
              <a:rPr lang="en-GB" dirty="0"/>
              <a:t>Minor problems</a:t>
            </a:r>
          </a:p>
        </p:txBody>
      </p:sp>
      <p:sp>
        <p:nvSpPr>
          <p:cNvPr id="3" name="Content Placeholder 2">
            <a:extLst>
              <a:ext uri="{FF2B5EF4-FFF2-40B4-BE49-F238E27FC236}">
                <a16:creationId xmlns:a16="http://schemas.microsoft.com/office/drawing/2014/main" id="{2F781494-2410-08B9-1441-D71A5882E932}"/>
              </a:ext>
            </a:extLst>
          </p:cNvPr>
          <p:cNvSpPr>
            <a:spLocks noGrp="1"/>
          </p:cNvSpPr>
          <p:nvPr>
            <p:ph idx="1"/>
          </p:nvPr>
        </p:nvSpPr>
        <p:spPr/>
        <p:txBody>
          <a:bodyPr/>
          <a:lstStyle/>
          <a:p>
            <a:r>
              <a:rPr lang="en-GB" dirty="0"/>
              <a:t>Host info is </a:t>
            </a:r>
            <a:r>
              <a:rPr lang="en-GB" dirty="0" err="1"/>
              <a:t>freetext</a:t>
            </a:r>
            <a:r>
              <a:rPr lang="en-GB" dirty="0"/>
              <a:t>, so will need to be messed with so it can be used, at scale mapping things like “homo </a:t>
            </a:r>
            <a:r>
              <a:rPr lang="en-GB" dirty="0" err="1"/>
              <a:t>sapien</a:t>
            </a:r>
            <a:r>
              <a:rPr lang="en-GB" dirty="0"/>
              <a:t> = mammal” and “human = homo </a:t>
            </a:r>
            <a:r>
              <a:rPr lang="en-GB" dirty="0" err="1"/>
              <a:t>sapien</a:t>
            </a:r>
            <a:r>
              <a:rPr lang="en-GB" dirty="0"/>
              <a:t>” wants to be automated. This may just be something that has to be brute forced.</a:t>
            </a:r>
          </a:p>
          <a:p>
            <a:r>
              <a:rPr lang="en-GB" dirty="0"/>
              <a:t>Need to decide on format I want to write the dissertation in, as all of these problems are likely going to be Chapter 1, so I want to be writing it up as I go. </a:t>
            </a:r>
          </a:p>
          <a:p>
            <a:pPr lvl="1"/>
            <a:r>
              <a:rPr lang="en-GB" dirty="0"/>
              <a:t>My choice at the moment is between Quarto book and Quarto manuscript.</a:t>
            </a:r>
          </a:p>
          <a:p>
            <a:r>
              <a:rPr lang="en-GB" dirty="0"/>
              <a:t>The whole GCF / GCA </a:t>
            </a:r>
            <a:r>
              <a:rPr lang="en-GB" dirty="0" err="1"/>
              <a:t>debaucle</a:t>
            </a:r>
            <a:r>
              <a:rPr lang="en-GB" dirty="0"/>
              <a:t> </a:t>
            </a:r>
          </a:p>
        </p:txBody>
      </p:sp>
    </p:spTree>
    <p:extLst>
      <p:ext uri="{BB962C8B-B14F-4D97-AF65-F5344CB8AC3E}">
        <p14:creationId xmlns:p14="http://schemas.microsoft.com/office/powerpoint/2010/main" val="1692796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254BF-20A7-E2D6-AAF3-A7840D985014}"/>
              </a:ext>
            </a:extLst>
          </p:cNvPr>
          <p:cNvSpPr>
            <a:spLocks noGrp="1"/>
          </p:cNvSpPr>
          <p:nvPr>
            <p:ph type="title"/>
          </p:nvPr>
        </p:nvSpPr>
        <p:spPr/>
        <p:txBody>
          <a:bodyPr/>
          <a:lstStyle/>
          <a:p>
            <a:r>
              <a:rPr lang="en-GB" dirty="0"/>
              <a:t>More problems (?)</a:t>
            </a:r>
          </a:p>
        </p:txBody>
      </p:sp>
      <p:sp>
        <p:nvSpPr>
          <p:cNvPr id="3" name="Content Placeholder 2">
            <a:extLst>
              <a:ext uri="{FF2B5EF4-FFF2-40B4-BE49-F238E27FC236}">
                <a16:creationId xmlns:a16="http://schemas.microsoft.com/office/drawing/2014/main" id="{D492E436-811C-27D4-F252-F94FBB03CD65}"/>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589666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87B3D-B8A0-7FA7-49C0-8744E7A390E8}"/>
              </a:ext>
            </a:extLst>
          </p:cNvPr>
          <p:cNvSpPr>
            <a:spLocks noGrp="1"/>
          </p:cNvSpPr>
          <p:nvPr>
            <p:ph type="title"/>
          </p:nvPr>
        </p:nvSpPr>
        <p:spPr/>
        <p:txBody>
          <a:bodyPr/>
          <a:lstStyle/>
          <a:p>
            <a:r>
              <a:rPr lang="en-GB" dirty="0"/>
              <a:t>First steps – answer major problem 1</a:t>
            </a:r>
          </a:p>
        </p:txBody>
      </p:sp>
      <p:sp>
        <p:nvSpPr>
          <p:cNvPr id="3" name="Content Placeholder 2">
            <a:extLst>
              <a:ext uri="{FF2B5EF4-FFF2-40B4-BE49-F238E27FC236}">
                <a16:creationId xmlns:a16="http://schemas.microsoft.com/office/drawing/2014/main" id="{1A06D989-5BB2-1AAC-6CBB-AE98AE0DE476}"/>
              </a:ext>
            </a:extLst>
          </p:cNvPr>
          <p:cNvSpPr>
            <a:spLocks noGrp="1"/>
          </p:cNvSpPr>
          <p:nvPr>
            <p:ph idx="1"/>
          </p:nvPr>
        </p:nvSpPr>
        <p:spPr/>
        <p:txBody>
          <a:bodyPr>
            <a:normAutofit fontScale="85000" lnSpcReduction="20000"/>
          </a:bodyPr>
          <a:lstStyle/>
          <a:p>
            <a:pPr marL="514350" indent="-514350">
              <a:buFont typeface="+mj-lt"/>
              <a:buAutoNum type="arabicPeriod"/>
            </a:pPr>
            <a:r>
              <a:rPr lang="en-GB" dirty="0"/>
              <a:t>Characterise host information currently held</a:t>
            </a:r>
          </a:p>
          <a:p>
            <a:pPr marL="971550" lvl="1" indent="-514350">
              <a:buFont typeface="+mj-lt"/>
              <a:buAutoNum type="arabicPeriod"/>
            </a:pPr>
            <a:r>
              <a:rPr lang="en-GB" dirty="0"/>
              <a:t>I have host info, I don’t think it looks good, but I don’t have anything else to compare it against, no metrics.</a:t>
            </a:r>
          </a:p>
          <a:p>
            <a:pPr marL="971550" lvl="1" indent="-514350">
              <a:buFont typeface="+mj-lt"/>
              <a:buAutoNum type="arabicPeriod"/>
            </a:pPr>
            <a:r>
              <a:rPr lang="en-GB" dirty="0"/>
              <a:t>Load metadata into SQL database for query,</a:t>
            </a:r>
          </a:p>
          <a:p>
            <a:pPr marL="971550" lvl="1" indent="-514350">
              <a:buFont typeface="+mj-lt"/>
              <a:buAutoNum type="arabicPeriod"/>
            </a:pPr>
            <a:r>
              <a:rPr lang="en-GB" dirty="0"/>
              <a:t>Manually categorise host information, because I cant think of a better way</a:t>
            </a:r>
          </a:p>
          <a:p>
            <a:pPr marL="971550" lvl="1" indent="-514350">
              <a:buFont typeface="+mj-lt"/>
              <a:buAutoNum type="arabicPeriod"/>
            </a:pPr>
            <a:r>
              <a:rPr lang="en-GB" dirty="0"/>
              <a:t>Produce some tables / a dashboard for information like “how many samples have hosts?”, “how many hosts are animal?”, “how many classes are represented?”</a:t>
            </a:r>
          </a:p>
          <a:p>
            <a:pPr marL="971550" lvl="1" indent="-514350">
              <a:buFont typeface="+mj-lt"/>
              <a:buAutoNum type="arabicPeriod"/>
            </a:pPr>
            <a:r>
              <a:rPr lang="en-GB" dirty="0"/>
              <a:t>This will give me metrics that I can compare new data with to help me see if new genera are improvements.</a:t>
            </a:r>
          </a:p>
          <a:p>
            <a:pPr marL="514350" indent="-514350">
              <a:buFont typeface="+mj-lt"/>
              <a:buAutoNum type="arabicPeriod"/>
            </a:pPr>
            <a:r>
              <a:rPr lang="en-GB" dirty="0"/>
              <a:t>Find good looking genus, I think the best to start with is </a:t>
            </a:r>
            <a:r>
              <a:rPr lang="en-GB" i="1" dirty="0"/>
              <a:t>E. coli</a:t>
            </a:r>
            <a:endParaRPr lang="en-GB" dirty="0"/>
          </a:p>
          <a:p>
            <a:pPr marL="971550" lvl="1" indent="-514350">
              <a:buFont typeface="+mj-lt"/>
              <a:buAutoNum type="arabicPeriod"/>
            </a:pPr>
            <a:r>
              <a:rPr lang="en-GB" dirty="0"/>
              <a:t>Perform the same analysis described above and compare the metrics</a:t>
            </a:r>
          </a:p>
          <a:p>
            <a:pPr marL="971550" lvl="1" indent="-514350">
              <a:buFont typeface="+mj-lt"/>
              <a:buAutoNum type="arabicPeriod"/>
            </a:pPr>
            <a:r>
              <a:rPr lang="en-GB" dirty="0"/>
              <a:t>If it isn’t better, look for the genus with the most samples on NCBI and try some more until a good one is found.</a:t>
            </a:r>
          </a:p>
          <a:p>
            <a:pPr marL="971550" lvl="1" indent="-514350">
              <a:buFont typeface="+mj-lt"/>
              <a:buAutoNum type="arabicPeriod"/>
            </a:pPr>
            <a:r>
              <a:rPr lang="en-GB" dirty="0"/>
              <a:t>If E. coli is the one, then I hit problem 2, how do I get all the KEGG pathways in a non-painful manner</a:t>
            </a:r>
          </a:p>
        </p:txBody>
      </p:sp>
    </p:spTree>
    <p:extLst>
      <p:ext uri="{BB962C8B-B14F-4D97-AF65-F5344CB8AC3E}">
        <p14:creationId xmlns:p14="http://schemas.microsoft.com/office/powerpoint/2010/main" val="2037494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95F75-71B3-AC40-50DE-2AF524F8D368}"/>
              </a:ext>
            </a:extLst>
          </p:cNvPr>
          <p:cNvSpPr>
            <a:spLocks noGrp="1"/>
          </p:cNvSpPr>
          <p:nvPr>
            <p:ph type="title"/>
          </p:nvPr>
        </p:nvSpPr>
        <p:spPr/>
        <p:txBody>
          <a:bodyPr/>
          <a:lstStyle/>
          <a:p>
            <a:r>
              <a:rPr lang="en-GB" dirty="0"/>
              <a:t>First steps – answer major problem 2</a:t>
            </a:r>
          </a:p>
        </p:txBody>
      </p:sp>
      <p:sp>
        <p:nvSpPr>
          <p:cNvPr id="3" name="Content Placeholder 2">
            <a:extLst>
              <a:ext uri="{FF2B5EF4-FFF2-40B4-BE49-F238E27FC236}">
                <a16:creationId xmlns:a16="http://schemas.microsoft.com/office/drawing/2014/main" id="{1B278A58-95F2-89E7-A233-DF748BE8271B}"/>
              </a:ext>
            </a:extLst>
          </p:cNvPr>
          <p:cNvSpPr>
            <a:spLocks noGrp="1"/>
          </p:cNvSpPr>
          <p:nvPr>
            <p:ph idx="1"/>
          </p:nvPr>
        </p:nvSpPr>
        <p:spPr/>
        <p:txBody>
          <a:bodyPr/>
          <a:lstStyle/>
          <a:p>
            <a:pPr marL="514350" indent="-514350">
              <a:buFont typeface="+mj-lt"/>
              <a:buAutoNum type="arabicPeriod"/>
            </a:pPr>
            <a:r>
              <a:rPr lang="en-GB" dirty="0"/>
              <a:t>I have the annotated protein </a:t>
            </a:r>
            <a:r>
              <a:rPr lang="en-GB" dirty="0" err="1"/>
              <a:t>fastas</a:t>
            </a:r>
            <a:r>
              <a:rPr lang="en-GB" dirty="0"/>
              <a:t> from </a:t>
            </a:r>
            <a:r>
              <a:rPr lang="en-GB" dirty="0" err="1"/>
              <a:t>EggNOG</a:t>
            </a:r>
            <a:r>
              <a:rPr lang="en-GB" dirty="0"/>
              <a:t>-mapper for my samples taken last year. </a:t>
            </a:r>
          </a:p>
          <a:p>
            <a:pPr marL="514350" indent="-514350">
              <a:buFont typeface="+mj-lt"/>
              <a:buAutoNum type="arabicPeriod"/>
            </a:pPr>
            <a:r>
              <a:rPr lang="en-GB" dirty="0"/>
              <a:t>I can compare this KEGG information with KEGG information derived from whatever weird shortcut route Claude.ai helps me go down. </a:t>
            </a:r>
          </a:p>
          <a:p>
            <a:pPr marL="514350" indent="-514350">
              <a:buFont typeface="+mj-lt"/>
              <a:buAutoNum type="arabicPeriod"/>
            </a:pPr>
            <a:r>
              <a:rPr lang="en-GB" dirty="0"/>
              <a:t>If this demonstrates good similarity in results, I can use this hopefully much faster method to obtain KEGG pathway information for the genus selected in Major Problem 1</a:t>
            </a:r>
          </a:p>
          <a:p>
            <a:pPr marL="514350" indent="-514350">
              <a:buFont typeface="+mj-lt"/>
              <a:buAutoNum type="arabicPeriod"/>
            </a:pPr>
            <a:r>
              <a:rPr lang="en-GB" dirty="0"/>
              <a:t>If it does not, likely </a:t>
            </a:r>
            <a:r>
              <a:rPr lang="en-GB" dirty="0" err="1"/>
              <a:t>EggNOG</a:t>
            </a:r>
            <a:r>
              <a:rPr lang="en-GB" dirty="0"/>
              <a:t>-mapper is the only viable solution and I will have to accept that the process will be </a:t>
            </a:r>
            <a:r>
              <a:rPr lang="en-GB" dirty="0" err="1"/>
              <a:t>grueling</a:t>
            </a:r>
            <a:r>
              <a:rPr lang="en-GB" dirty="0"/>
              <a:t>.</a:t>
            </a:r>
          </a:p>
        </p:txBody>
      </p:sp>
    </p:spTree>
    <p:extLst>
      <p:ext uri="{BB962C8B-B14F-4D97-AF65-F5344CB8AC3E}">
        <p14:creationId xmlns:p14="http://schemas.microsoft.com/office/powerpoint/2010/main" val="1552344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5CCA1-F5BC-ABBA-608D-6DF33AE4AD07}"/>
              </a:ext>
            </a:extLst>
          </p:cNvPr>
          <p:cNvSpPr>
            <a:spLocks noGrp="1"/>
          </p:cNvSpPr>
          <p:nvPr>
            <p:ph type="title"/>
          </p:nvPr>
        </p:nvSpPr>
        <p:spPr/>
        <p:txBody>
          <a:bodyPr/>
          <a:lstStyle/>
          <a:p>
            <a:r>
              <a:rPr lang="en-GB" dirty="0"/>
              <a:t>What I want the outputs to look like</a:t>
            </a:r>
          </a:p>
        </p:txBody>
      </p:sp>
      <p:sp>
        <p:nvSpPr>
          <p:cNvPr id="3" name="Content Placeholder 2">
            <a:extLst>
              <a:ext uri="{FF2B5EF4-FFF2-40B4-BE49-F238E27FC236}">
                <a16:creationId xmlns:a16="http://schemas.microsoft.com/office/drawing/2014/main" id="{16D75308-A4C6-08E4-F14E-076DB8422302}"/>
              </a:ext>
            </a:extLst>
          </p:cNvPr>
          <p:cNvSpPr>
            <a:spLocks noGrp="1"/>
          </p:cNvSpPr>
          <p:nvPr>
            <p:ph idx="1"/>
          </p:nvPr>
        </p:nvSpPr>
        <p:spPr/>
        <p:txBody>
          <a:bodyPr>
            <a:normAutofit fontScale="92500" lnSpcReduction="10000"/>
          </a:bodyPr>
          <a:lstStyle/>
          <a:p>
            <a:r>
              <a:rPr lang="en-GB" dirty="0"/>
              <a:t>What is needed to answer the hypothesis?</a:t>
            </a:r>
          </a:p>
          <a:p>
            <a:pPr lvl="1"/>
            <a:r>
              <a:rPr lang="en-US" sz="1600" dirty="0">
                <a:effectLst/>
                <a:latin typeface="Aptos" panose="020B0004020202020204" pitchFamily="34" charset="0"/>
                <a:ea typeface="Aptos" panose="020B0004020202020204" pitchFamily="34" charset="0"/>
                <a:cs typeface="Times New Roman" panose="02020603050405020304" pitchFamily="18" charset="0"/>
              </a:rPr>
              <a:t>Do bacterial species and genera significantly differ in gene function, beyond what would be expected from evolutionary history alone, such as by host environment or geographic location? Yes, I expect they adapt</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p>
            <a:r>
              <a:rPr lang="en-GB" sz="2400" dirty="0"/>
              <a:t>Visuals to display results</a:t>
            </a:r>
          </a:p>
          <a:p>
            <a:pPr lvl="1"/>
            <a:r>
              <a:rPr lang="en-GB" sz="2000" dirty="0">
                <a:effectLst/>
                <a:ea typeface="Times New Roman" panose="02020603050405020304" pitchFamily="18" charset="0"/>
                <a:cs typeface="Times New Roman" panose="02020603050405020304" pitchFamily="18" charset="0"/>
              </a:rPr>
              <a:t>Show trends where there are functional differences where there are correlations with </a:t>
            </a:r>
            <a:r>
              <a:rPr lang="en-GB" sz="2000" dirty="0">
                <a:ea typeface="Times New Roman" panose="02020603050405020304" pitchFamily="18" charset="0"/>
                <a:cs typeface="Times New Roman" panose="02020603050405020304" pitchFamily="18" charset="0"/>
              </a:rPr>
              <a:t>different hosts or geographies</a:t>
            </a:r>
          </a:p>
          <a:p>
            <a:pPr lvl="2"/>
            <a:r>
              <a:rPr lang="en-GB" sz="1600" dirty="0">
                <a:effectLst/>
                <a:ea typeface="Times New Roman" panose="02020603050405020304" pitchFamily="18" charset="0"/>
                <a:cs typeface="Times New Roman" panose="02020603050405020304" pitchFamily="18" charset="0"/>
              </a:rPr>
              <a:t>Like with geography or host</a:t>
            </a:r>
          </a:p>
          <a:p>
            <a:r>
              <a:rPr lang="en-GB" sz="2400" dirty="0">
                <a:effectLst/>
                <a:ea typeface="Times New Roman" panose="02020603050405020304" pitchFamily="18" charset="0"/>
                <a:cs typeface="Times New Roman" panose="02020603050405020304" pitchFamily="18" charset="0"/>
              </a:rPr>
              <a:t>Also, need data of just evolution and phylogeny to compare against, so I can see if a change is by the factor, or just through evo differences.</a:t>
            </a:r>
          </a:p>
          <a:p>
            <a:pPr lvl="1"/>
            <a:r>
              <a:rPr lang="en-GB" sz="2000" dirty="0">
                <a:effectLst/>
                <a:ea typeface="Times New Roman" panose="02020603050405020304" pitchFamily="18" charset="0"/>
                <a:cs typeface="Times New Roman" panose="02020603050405020304" pitchFamily="18" charset="0"/>
              </a:rPr>
              <a:t>Possibly more </a:t>
            </a:r>
            <a:r>
              <a:rPr lang="en-GB" sz="2000" dirty="0" err="1">
                <a:effectLst/>
                <a:ea typeface="Times New Roman" panose="02020603050405020304" pitchFamily="18" charset="0"/>
                <a:cs typeface="Times New Roman" panose="02020603050405020304" pitchFamily="18" charset="0"/>
              </a:rPr>
              <a:t>phylo</a:t>
            </a:r>
            <a:r>
              <a:rPr lang="en-GB" sz="2000" dirty="0">
                <a:effectLst/>
                <a:ea typeface="Times New Roman" panose="02020603050405020304" pitchFamily="18" charset="0"/>
                <a:cs typeface="Times New Roman" panose="02020603050405020304" pitchFamily="18" charset="0"/>
              </a:rPr>
              <a:t> trees, a heatmap just for evo diffs, like the one from Y2</a:t>
            </a:r>
          </a:p>
          <a:p>
            <a:pPr lvl="1"/>
            <a:r>
              <a:rPr lang="en-GB" sz="2000" dirty="0">
                <a:ea typeface="Times New Roman" panose="02020603050405020304" pitchFamily="18" charset="0"/>
                <a:cs typeface="Times New Roman" panose="02020603050405020304" pitchFamily="18" charset="0"/>
              </a:rPr>
              <a:t>Maybe give this data its own dashboard</a:t>
            </a:r>
          </a:p>
          <a:p>
            <a:r>
              <a:rPr lang="en-GB" sz="2400" dirty="0">
                <a:ea typeface="Times New Roman" panose="02020603050405020304" pitchFamily="18" charset="0"/>
                <a:cs typeface="Times New Roman" panose="02020603050405020304" pitchFamily="18" charset="0"/>
              </a:rPr>
              <a:t>Maybe like a database of all the differences, some way to compare all the differences found in the heatmaps. Run different queries on the same subjects. Some final way of combining the data from the three sources into one comparison.</a:t>
            </a:r>
            <a:endParaRPr lang="en-GB" sz="24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474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F947A-8850-D5D1-5EEE-E7A99C3827EF}"/>
              </a:ext>
            </a:extLst>
          </p:cNvPr>
          <p:cNvSpPr>
            <a:spLocks noGrp="1"/>
          </p:cNvSpPr>
          <p:nvPr>
            <p:ph type="title"/>
          </p:nvPr>
        </p:nvSpPr>
        <p:spPr/>
        <p:txBody>
          <a:bodyPr/>
          <a:lstStyle/>
          <a:p>
            <a:r>
              <a:rPr lang="en-GB" dirty="0"/>
              <a:t>visuals</a:t>
            </a:r>
          </a:p>
        </p:txBody>
      </p:sp>
      <p:sp>
        <p:nvSpPr>
          <p:cNvPr id="3" name="Content Placeholder 2">
            <a:extLst>
              <a:ext uri="{FF2B5EF4-FFF2-40B4-BE49-F238E27FC236}">
                <a16:creationId xmlns:a16="http://schemas.microsoft.com/office/drawing/2014/main" id="{C4D6343C-155B-33F0-525A-DB102A4DCF08}"/>
              </a:ext>
            </a:extLst>
          </p:cNvPr>
          <p:cNvSpPr>
            <a:spLocks noGrp="1"/>
          </p:cNvSpPr>
          <p:nvPr>
            <p:ph idx="1"/>
          </p:nvPr>
        </p:nvSpPr>
        <p:spPr/>
        <p:txBody>
          <a:bodyPr>
            <a:normAutofit fontScale="92500" lnSpcReduction="10000"/>
          </a:bodyPr>
          <a:lstStyle/>
          <a:p>
            <a:r>
              <a:rPr lang="en-GB" dirty="0"/>
              <a:t>Heatmap of host against KEGG-pathway</a:t>
            </a:r>
          </a:p>
          <a:p>
            <a:pPr lvl="1"/>
            <a:r>
              <a:rPr lang="en-GB" dirty="0"/>
              <a:t>Colour is based on number of samples which contain that KEGG pathway with that host</a:t>
            </a:r>
          </a:p>
          <a:p>
            <a:pPr lvl="1"/>
            <a:r>
              <a:rPr lang="en-GB" dirty="0"/>
              <a:t>Brighter colours = more proportional samples with mammalian hosts have that pathway than is seen in fish, thus I conclude it is an adaptation to mammalian skin etc</a:t>
            </a:r>
          </a:p>
          <a:p>
            <a:r>
              <a:rPr lang="en-GB" dirty="0"/>
              <a:t>Heatmap of geography against KEGG-pathway</a:t>
            </a:r>
          </a:p>
          <a:p>
            <a:pPr lvl="1"/>
            <a:r>
              <a:rPr lang="en-GB" dirty="0"/>
              <a:t>Colour is based on number of samples which contain that KEGG pathway for that region</a:t>
            </a:r>
          </a:p>
          <a:p>
            <a:pPr lvl="1"/>
            <a:r>
              <a:rPr lang="en-GB" dirty="0"/>
              <a:t>Brighter colours = more proportional samples in NA than SA, thus I conclude it is an adaptation to NA etc</a:t>
            </a:r>
          </a:p>
          <a:p>
            <a:r>
              <a:rPr lang="en-GB" dirty="0"/>
              <a:t>This relates to how I want to do dashboards for both of these variables with more metadata on these and user-driven engagement stuff</a:t>
            </a:r>
          </a:p>
          <a:p>
            <a:endParaRPr lang="en-GB" dirty="0"/>
          </a:p>
        </p:txBody>
      </p:sp>
    </p:spTree>
    <p:extLst>
      <p:ext uri="{BB962C8B-B14F-4D97-AF65-F5344CB8AC3E}">
        <p14:creationId xmlns:p14="http://schemas.microsoft.com/office/powerpoint/2010/main" val="3391963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27633-1B42-F5CA-11A9-675C9D3DE43B}"/>
              </a:ext>
            </a:extLst>
          </p:cNvPr>
          <p:cNvSpPr>
            <a:spLocks noGrp="1"/>
          </p:cNvSpPr>
          <p:nvPr>
            <p:ph type="title"/>
          </p:nvPr>
        </p:nvSpPr>
        <p:spPr/>
        <p:txBody>
          <a:bodyPr/>
          <a:lstStyle/>
          <a:p>
            <a:r>
              <a:rPr lang="en-GB" dirty="0"/>
              <a:t>Other outputs</a:t>
            </a:r>
          </a:p>
        </p:txBody>
      </p:sp>
      <p:sp>
        <p:nvSpPr>
          <p:cNvPr id="3" name="Content Placeholder 2">
            <a:extLst>
              <a:ext uri="{FF2B5EF4-FFF2-40B4-BE49-F238E27FC236}">
                <a16:creationId xmlns:a16="http://schemas.microsoft.com/office/drawing/2014/main" id="{36D9298F-0394-BFAE-FCAF-C5B610185FC0}"/>
              </a:ext>
            </a:extLst>
          </p:cNvPr>
          <p:cNvSpPr>
            <a:spLocks noGrp="1"/>
          </p:cNvSpPr>
          <p:nvPr>
            <p:ph idx="1"/>
          </p:nvPr>
        </p:nvSpPr>
        <p:spPr/>
        <p:txBody>
          <a:bodyPr/>
          <a:lstStyle/>
          <a:p>
            <a:r>
              <a:rPr lang="en-GB" dirty="0"/>
              <a:t>Comparison of samples with hosts or specific hosts vs env samples for a genus, or just include “environmental” as a host in the heatmap.</a:t>
            </a:r>
          </a:p>
        </p:txBody>
      </p:sp>
    </p:spTree>
    <p:extLst>
      <p:ext uri="{BB962C8B-B14F-4D97-AF65-F5344CB8AC3E}">
        <p14:creationId xmlns:p14="http://schemas.microsoft.com/office/powerpoint/2010/main" val="2110318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F7735-4641-FB0D-CEC9-A53DA634D058}"/>
              </a:ext>
            </a:extLst>
          </p:cNvPr>
          <p:cNvSpPr>
            <a:spLocks noGrp="1"/>
          </p:cNvSpPr>
          <p:nvPr>
            <p:ph type="title"/>
          </p:nvPr>
        </p:nvSpPr>
        <p:spPr/>
        <p:txBody>
          <a:bodyPr/>
          <a:lstStyle/>
          <a:p>
            <a:endParaRPr lang="en-GB"/>
          </a:p>
        </p:txBody>
      </p:sp>
      <p:sp>
        <p:nvSpPr>
          <p:cNvPr id="4" name="Rectangle 3">
            <a:extLst>
              <a:ext uri="{FF2B5EF4-FFF2-40B4-BE49-F238E27FC236}">
                <a16:creationId xmlns:a16="http://schemas.microsoft.com/office/drawing/2014/main" id="{6A70935E-9B22-227E-8D02-6CE873EFE57F}"/>
              </a:ext>
            </a:extLst>
          </p:cNvPr>
          <p:cNvSpPr/>
          <p:nvPr/>
        </p:nvSpPr>
        <p:spPr>
          <a:xfrm>
            <a:off x="506084" y="2018581"/>
            <a:ext cx="3755366" cy="26856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Hypothesis: </a:t>
            </a:r>
            <a:r>
              <a:rPr lang="en-US" sz="1800" dirty="0">
                <a:effectLst/>
                <a:latin typeface="Aptos" panose="020B0004020202020204" pitchFamily="34" charset="0"/>
                <a:ea typeface="Aptos" panose="020B0004020202020204" pitchFamily="34" charset="0"/>
                <a:cs typeface="Times New Roman" panose="02020603050405020304" pitchFamily="18" charset="0"/>
              </a:rPr>
              <a:t>Do bacterial species and genera significantly differ in gene function, beyond what would be expected from evolutionary history alone, such as by host environment or geographic location? </a:t>
            </a:r>
            <a:endPar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gn="ctr"/>
            <a:endParaRPr lang="en-GB" dirty="0"/>
          </a:p>
        </p:txBody>
      </p:sp>
      <p:cxnSp>
        <p:nvCxnSpPr>
          <p:cNvPr id="6" name="Straight Arrow Connector 5">
            <a:extLst>
              <a:ext uri="{FF2B5EF4-FFF2-40B4-BE49-F238E27FC236}">
                <a16:creationId xmlns:a16="http://schemas.microsoft.com/office/drawing/2014/main" id="{3FE25FC7-0879-1BE1-9D27-C104F20C8FEE}"/>
              </a:ext>
            </a:extLst>
          </p:cNvPr>
          <p:cNvCxnSpPr>
            <a:cxnSpLocks/>
            <a:stCxn id="4" idx="3"/>
            <a:endCxn id="7" idx="1"/>
          </p:cNvCxnSpPr>
          <p:nvPr/>
        </p:nvCxnSpPr>
        <p:spPr>
          <a:xfrm flipV="1">
            <a:off x="4261450" y="3361426"/>
            <a:ext cx="261092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63DB8681-39C8-74F0-7362-B3E8A32E1D3F}"/>
              </a:ext>
            </a:extLst>
          </p:cNvPr>
          <p:cNvSpPr/>
          <p:nvPr/>
        </p:nvSpPr>
        <p:spPr>
          <a:xfrm>
            <a:off x="6872377" y="2216988"/>
            <a:ext cx="4721525" cy="22888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“findings indicate that there is significant differences between groups based on host or geography”</a:t>
            </a:r>
          </a:p>
        </p:txBody>
      </p:sp>
      <p:sp>
        <p:nvSpPr>
          <p:cNvPr id="9" name="TextBox 8">
            <a:extLst>
              <a:ext uri="{FF2B5EF4-FFF2-40B4-BE49-F238E27FC236}">
                <a16:creationId xmlns:a16="http://schemas.microsoft.com/office/drawing/2014/main" id="{D70FEC2E-998B-BB8E-A44B-C7EEBCC8E194}"/>
              </a:ext>
            </a:extLst>
          </p:cNvPr>
          <p:cNvSpPr txBox="1"/>
          <p:nvPr/>
        </p:nvSpPr>
        <p:spPr>
          <a:xfrm>
            <a:off x="4704272" y="2835126"/>
            <a:ext cx="1874807" cy="369332"/>
          </a:xfrm>
          <a:prstGeom prst="rect">
            <a:avLst/>
          </a:prstGeom>
          <a:noFill/>
        </p:spPr>
        <p:txBody>
          <a:bodyPr wrap="square" rtlCol="0">
            <a:spAutoFit/>
          </a:bodyPr>
          <a:lstStyle/>
          <a:p>
            <a:r>
              <a:rPr lang="en-GB" dirty="0"/>
              <a:t>Test hypothesis</a:t>
            </a:r>
          </a:p>
        </p:txBody>
      </p:sp>
      <p:sp>
        <p:nvSpPr>
          <p:cNvPr id="11" name="TextBox 10">
            <a:extLst>
              <a:ext uri="{FF2B5EF4-FFF2-40B4-BE49-F238E27FC236}">
                <a16:creationId xmlns:a16="http://schemas.microsoft.com/office/drawing/2014/main" id="{C7E7ABE5-CCE4-9F42-052D-F3578577E81F}"/>
              </a:ext>
            </a:extLst>
          </p:cNvPr>
          <p:cNvSpPr txBox="1"/>
          <p:nvPr/>
        </p:nvSpPr>
        <p:spPr>
          <a:xfrm>
            <a:off x="4704272" y="3407344"/>
            <a:ext cx="1874807" cy="369332"/>
          </a:xfrm>
          <a:prstGeom prst="rect">
            <a:avLst/>
          </a:prstGeom>
          <a:noFill/>
        </p:spPr>
        <p:txBody>
          <a:bodyPr wrap="square" rtlCol="0">
            <a:spAutoFit/>
          </a:bodyPr>
          <a:lstStyle/>
          <a:p>
            <a:pPr algn="ctr"/>
            <a:r>
              <a:rPr lang="en-GB" dirty="0"/>
              <a:t>How?</a:t>
            </a:r>
          </a:p>
        </p:txBody>
      </p:sp>
      <p:cxnSp>
        <p:nvCxnSpPr>
          <p:cNvPr id="13" name="Straight Arrow Connector 12">
            <a:extLst>
              <a:ext uri="{FF2B5EF4-FFF2-40B4-BE49-F238E27FC236}">
                <a16:creationId xmlns:a16="http://schemas.microsoft.com/office/drawing/2014/main" id="{AB777A72-4D57-EF7A-65B1-5657A093F620}"/>
              </a:ext>
            </a:extLst>
          </p:cNvPr>
          <p:cNvCxnSpPr>
            <a:stCxn id="11" idx="2"/>
          </p:cNvCxnSpPr>
          <p:nvPr/>
        </p:nvCxnSpPr>
        <p:spPr>
          <a:xfrm flipH="1">
            <a:off x="5641675" y="3776676"/>
            <a:ext cx="1" cy="38145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9876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F298E-6E90-9B40-6175-CC8041830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9B00D-57FF-55A6-D364-621B4A875B00}"/>
              </a:ext>
            </a:extLst>
          </p:cNvPr>
          <p:cNvSpPr>
            <a:spLocks noGrp="1"/>
          </p:cNvSpPr>
          <p:nvPr>
            <p:ph type="title"/>
          </p:nvPr>
        </p:nvSpPr>
        <p:spPr/>
        <p:txBody>
          <a:bodyPr/>
          <a:lstStyle/>
          <a:p>
            <a:endParaRPr lang="en-GB"/>
          </a:p>
        </p:txBody>
      </p:sp>
      <p:cxnSp>
        <p:nvCxnSpPr>
          <p:cNvPr id="6" name="Straight Arrow Connector 5">
            <a:extLst>
              <a:ext uri="{FF2B5EF4-FFF2-40B4-BE49-F238E27FC236}">
                <a16:creationId xmlns:a16="http://schemas.microsoft.com/office/drawing/2014/main" id="{EC617268-5D68-4FFC-06DF-600558290F56}"/>
              </a:ext>
            </a:extLst>
          </p:cNvPr>
          <p:cNvCxnSpPr>
            <a:cxnSpLocks/>
            <a:stCxn id="9" idx="2"/>
            <a:endCxn id="8" idx="0"/>
          </p:cNvCxnSpPr>
          <p:nvPr/>
        </p:nvCxnSpPr>
        <p:spPr>
          <a:xfrm flipH="1">
            <a:off x="3142891" y="3204458"/>
            <a:ext cx="2498785" cy="418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0FE9CC3-CF70-C31C-5671-F96B037E1F53}"/>
              </a:ext>
            </a:extLst>
          </p:cNvPr>
          <p:cNvSpPr txBox="1"/>
          <p:nvPr/>
        </p:nvSpPr>
        <p:spPr>
          <a:xfrm>
            <a:off x="4704272" y="2835126"/>
            <a:ext cx="1874807" cy="369332"/>
          </a:xfrm>
          <a:prstGeom prst="rect">
            <a:avLst/>
          </a:prstGeom>
          <a:noFill/>
        </p:spPr>
        <p:txBody>
          <a:bodyPr wrap="square" rtlCol="0">
            <a:spAutoFit/>
          </a:bodyPr>
          <a:lstStyle/>
          <a:p>
            <a:r>
              <a:rPr lang="en-GB" dirty="0"/>
              <a:t>Test hypothesis</a:t>
            </a:r>
          </a:p>
        </p:txBody>
      </p:sp>
      <p:cxnSp>
        <p:nvCxnSpPr>
          <p:cNvPr id="13" name="Straight Arrow Connector 12">
            <a:extLst>
              <a:ext uri="{FF2B5EF4-FFF2-40B4-BE49-F238E27FC236}">
                <a16:creationId xmlns:a16="http://schemas.microsoft.com/office/drawing/2014/main" id="{57BA0BCD-930F-4F23-B3A0-23731660FA12}"/>
              </a:ext>
            </a:extLst>
          </p:cNvPr>
          <p:cNvCxnSpPr>
            <a:cxnSpLocks/>
          </p:cNvCxnSpPr>
          <p:nvPr/>
        </p:nvCxnSpPr>
        <p:spPr>
          <a:xfrm flipH="1">
            <a:off x="5641675" y="-1077094"/>
            <a:ext cx="1" cy="38145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CD9C965-DEC4-EBE3-1609-529574FAEE09}"/>
              </a:ext>
            </a:extLst>
          </p:cNvPr>
          <p:cNvSpPr/>
          <p:nvPr/>
        </p:nvSpPr>
        <p:spPr>
          <a:xfrm>
            <a:off x="1736785" y="3623094"/>
            <a:ext cx="2812211" cy="2369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Source of gene functions, the NCBI website. These will need to be gathered or created one way or another to see how a species could adapt to the host</a:t>
            </a:r>
          </a:p>
        </p:txBody>
      </p:sp>
      <p:sp>
        <p:nvSpPr>
          <p:cNvPr id="12" name="Rectangle 11">
            <a:extLst>
              <a:ext uri="{FF2B5EF4-FFF2-40B4-BE49-F238E27FC236}">
                <a16:creationId xmlns:a16="http://schemas.microsoft.com/office/drawing/2014/main" id="{0C8E224E-AEFC-4DDD-0CB2-EC9D7A66549B}"/>
              </a:ext>
            </a:extLst>
          </p:cNvPr>
          <p:cNvSpPr/>
          <p:nvPr/>
        </p:nvSpPr>
        <p:spPr>
          <a:xfrm>
            <a:off x="4701396" y="3627664"/>
            <a:ext cx="2812211" cy="2369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Information on host. This will need to be grouped so as to act as categories for the aforementioned gene function</a:t>
            </a:r>
          </a:p>
        </p:txBody>
      </p:sp>
      <p:cxnSp>
        <p:nvCxnSpPr>
          <p:cNvPr id="15" name="Straight Arrow Connector 14">
            <a:extLst>
              <a:ext uri="{FF2B5EF4-FFF2-40B4-BE49-F238E27FC236}">
                <a16:creationId xmlns:a16="http://schemas.microsoft.com/office/drawing/2014/main" id="{35DED919-8E0F-A493-ECC4-2945BC365519}"/>
              </a:ext>
            </a:extLst>
          </p:cNvPr>
          <p:cNvCxnSpPr>
            <a:stCxn id="9" idx="2"/>
            <a:endCxn id="12" idx="0"/>
          </p:cNvCxnSpPr>
          <p:nvPr/>
        </p:nvCxnSpPr>
        <p:spPr>
          <a:xfrm>
            <a:off x="5641676" y="3204458"/>
            <a:ext cx="465826" cy="4232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4997CD6B-8D6F-3FFB-42D8-9B418410FC23}"/>
              </a:ext>
            </a:extLst>
          </p:cNvPr>
          <p:cNvSpPr/>
          <p:nvPr/>
        </p:nvSpPr>
        <p:spPr>
          <a:xfrm>
            <a:off x="7873042" y="3623093"/>
            <a:ext cx="2812211" cy="2369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Information on geography. This will need to be grouped so as to act as categories for the aforementioned gene function</a:t>
            </a:r>
          </a:p>
        </p:txBody>
      </p:sp>
      <p:cxnSp>
        <p:nvCxnSpPr>
          <p:cNvPr id="17" name="Straight Arrow Connector 16">
            <a:extLst>
              <a:ext uri="{FF2B5EF4-FFF2-40B4-BE49-F238E27FC236}">
                <a16:creationId xmlns:a16="http://schemas.microsoft.com/office/drawing/2014/main" id="{0BA631D6-0C2D-57E5-EB16-2EBA1D4C47D9}"/>
              </a:ext>
            </a:extLst>
          </p:cNvPr>
          <p:cNvCxnSpPr>
            <a:cxnSpLocks/>
            <a:stCxn id="9" idx="2"/>
            <a:endCxn id="16" idx="0"/>
          </p:cNvCxnSpPr>
          <p:nvPr/>
        </p:nvCxnSpPr>
        <p:spPr>
          <a:xfrm>
            <a:off x="5641676" y="3204458"/>
            <a:ext cx="3637472" cy="4186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CEFC77B-8936-CF98-4E06-8E97975CEDD0}"/>
              </a:ext>
            </a:extLst>
          </p:cNvPr>
          <p:cNvCxnSpPr>
            <a:cxnSpLocks/>
            <a:stCxn id="9" idx="3"/>
            <a:endCxn id="23" idx="1"/>
          </p:cNvCxnSpPr>
          <p:nvPr/>
        </p:nvCxnSpPr>
        <p:spPr>
          <a:xfrm flipV="1">
            <a:off x="6579079" y="1712299"/>
            <a:ext cx="2235680" cy="13074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78FEFE7C-DE24-C656-5E93-C0C7AD0E4929}"/>
              </a:ext>
            </a:extLst>
          </p:cNvPr>
          <p:cNvSpPr/>
          <p:nvPr/>
        </p:nvSpPr>
        <p:spPr>
          <a:xfrm>
            <a:off x="8814759" y="439858"/>
            <a:ext cx="2963165" cy="2544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Comparisons between genera or species to see how they differ purely evolutionarily.</a:t>
            </a:r>
          </a:p>
        </p:txBody>
      </p:sp>
    </p:spTree>
    <p:extLst>
      <p:ext uri="{BB962C8B-B14F-4D97-AF65-F5344CB8AC3E}">
        <p14:creationId xmlns:p14="http://schemas.microsoft.com/office/powerpoint/2010/main" val="1517909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EB94CD96-919F-EEC0-DAD8-54E523B16D75}"/>
                  </a:ext>
                </a:extLst>
              </p14:cNvPr>
              <p14:cNvContentPartPr/>
              <p14:nvPr/>
            </p14:nvContentPartPr>
            <p14:xfrm>
              <a:off x="5204393" y="3500875"/>
              <a:ext cx="211320" cy="199080"/>
            </p14:xfrm>
          </p:contentPart>
        </mc:Choice>
        <mc:Fallback>
          <p:pic>
            <p:nvPicPr>
              <p:cNvPr id="11" name="Ink 10">
                <a:extLst>
                  <a:ext uri="{FF2B5EF4-FFF2-40B4-BE49-F238E27FC236}">
                    <a16:creationId xmlns:a16="http://schemas.microsoft.com/office/drawing/2014/main" id="{EB94CD96-919F-EEC0-DAD8-54E523B16D75}"/>
                  </a:ext>
                </a:extLst>
              </p:cNvPr>
              <p:cNvPicPr/>
              <p:nvPr/>
            </p:nvPicPr>
            <p:blipFill>
              <a:blip r:embed="rId3"/>
              <a:stretch>
                <a:fillRect/>
              </a:stretch>
            </p:blipFill>
            <p:spPr>
              <a:xfrm>
                <a:off x="5198273" y="3494755"/>
                <a:ext cx="22356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0" name="Ink 29">
                <a:extLst>
                  <a:ext uri="{FF2B5EF4-FFF2-40B4-BE49-F238E27FC236}">
                    <a16:creationId xmlns:a16="http://schemas.microsoft.com/office/drawing/2014/main" id="{199B7479-CAAF-5A85-EFE6-EFE6B2D6074C}"/>
                  </a:ext>
                </a:extLst>
              </p14:cNvPr>
              <p14:cNvContentPartPr/>
              <p14:nvPr/>
            </p14:nvContentPartPr>
            <p14:xfrm>
              <a:off x="2316473" y="3645955"/>
              <a:ext cx="3009240" cy="1744560"/>
            </p14:xfrm>
          </p:contentPart>
        </mc:Choice>
        <mc:Fallback>
          <p:pic>
            <p:nvPicPr>
              <p:cNvPr id="30" name="Ink 29">
                <a:extLst>
                  <a:ext uri="{FF2B5EF4-FFF2-40B4-BE49-F238E27FC236}">
                    <a16:creationId xmlns:a16="http://schemas.microsoft.com/office/drawing/2014/main" id="{199B7479-CAAF-5A85-EFE6-EFE6B2D6074C}"/>
                  </a:ext>
                </a:extLst>
              </p:cNvPr>
              <p:cNvPicPr/>
              <p:nvPr/>
            </p:nvPicPr>
            <p:blipFill>
              <a:blip r:embed="rId5"/>
              <a:stretch>
                <a:fillRect/>
              </a:stretch>
            </p:blipFill>
            <p:spPr>
              <a:xfrm>
                <a:off x="2310353" y="3639835"/>
                <a:ext cx="3021480" cy="1756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2" name="Ink 31">
                <a:extLst>
                  <a:ext uri="{FF2B5EF4-FFF2-40B4-BE49-F238E27FC236}">
                    <a16:creationId xmlns:a16="http://schemas.microsoft.com/office/drawing/2014/main" id="{1C4F0420-BCA5-175E-22D8-3BE79EB7E908}"/>
                  </a:ext>
                </a:extLst>
              </p14:cNvPr>
              <p14:cNvContentPartPr/>
              <p14:nvPr/>
            </p14:nvContentPartPr>
            <p14:xfrm>
              <a:off x="5325353" y="3634435"/>
              <a:ext cx="3717000" cy="1761120"/>
            </p14:xfrm>
          </p:contentPart>
        </mc:Choice>
        <mc:Fallback>
          <p:pic>
            <p:nvPicPr>
              <p:cNvPr id="32" name="Ink 31">
                <a:extLst>
                  <a:ext uri="{FF2B5EF4-FFF2-40B4-BE49-F238E27FC236}">
                    <a16:creationId xmlns:a16="http://schemas.microsoft.com/office/drawing/2014/main" id="{1C4F0420-BCA5-175E-22D8-3BE79EB7E908}"/>
                  </a:ext>
                </a:extLst>
              </p:cNvPr>
              <p:cNvPicPr/>
              <p:nvPr/>
            </p:nvPicPr>
            <p:blipFill>
              <a:blip r:embed="rId7"/>
              <a:stretch>
                <a:fillRect/>
              </a:stretch>
            </p:blipFill>
            <p:spPr>
              <a:xfrm>
                <a:off x="5319233" y="3628315"/>
                <a:ext cx="3729240" cy="1773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7" name="Ink 36">
                <a:extLst>
                  <a:ext uri="{FF2B5EF4-FFF2-40B4-BE49-F238E27FC236}">
                    <a16:creationId xmlns:a16="http://schemas.microsoft.com/office/drawing/2014/main" id="{489BD18F-086B-CF65-2ECA-4235B5313242}"/>
                  </a:ext>
                </a:extLst>
              </p14:cNvPr>
              <p14:cNvContentPartPr/>
              <p14:nvPr/>
            </p14:nvContentPartPr>
            <p14:xfrm>
              <a:off x="4266953" y="1931995"/>
              <a:ext cx="690480" cy="2692080"/>
            </p14:xfrm>
          </p:contentPart>
        </mc:Choice>
        <mc:Fallback>
          <p:pic>
            <p:nvPicPr>
              <p:cNvPr id="37" name="Ink 36">
                <a:extLst>
                  <a:ext uri="{FF2B5EF4-FFF2-40B4-BE49-F238E27FC236}">
                    <a16:creationId xmlns:a16="http://schemas.microsoft.com/office/drawing/2014/main" id="{489BD18F-086B-CF65-2ECA-4235B5313242}"/>
                  </a:ext>
                </a:extLst>
              </p:cNvPr>
              <p:cNvPicPr/>
              <p:nvPr/>
            </p:nvPicPr>
            <p:blipFill>
              <a:blip r:embed="rId9"/>
              <a:stretch>
                <a:fillRect/>
              </a:stretch>
            </p:blipFill>
            <p:spPr>
              <a:xfrm>
                <a:off x="4260833" y="1925875"/>
                <a:ext cx="702720" cy="2704320"/>
              </a:xfrm>
              <a:prstGeom prst="rect">
                <a:avLst/>
              </a:prstGeom>
            </p:spPr>
          </p:pic>
        </mc:Fallback>
      </mc:AlternateContent>
      <p:grpSp>
        <p:nvGrpSpPr>
          <p:cNvPr id="39" name="Group 38">
            <a:extLst>
              <a:ext uri="{FF2B5EF4-FFF2-40B4-BE49-F238E27FC236}">
                <a16:creationId xmlns:a16="http://schemas.microsoft.com/office/drawing/2014/main" id="{39267046-B017-E8E7-12D5-F936BEAB7000}"/>
              </a:ext>
            </a:extLst>
          </p:cNvPr>
          <p:cNvGrpSpPr/>
          <p:nvPr/>
        </p:nvGrpSpPr>
        <p:grpSpPr>
          <a:xfrm>
            <a:off x="1857113" y="-59597"/>
            <a:ext cx="7866000" cy="5976792"/>
            <a:chOff x="1857113" y="-59597"/>
            <a:chExt cx="7866000" cy="5976792"/>
          </a:xfrm>
        </p:grpSpPr>
        <mc:AlternateContent xmlns:mc="http://schemas.openxmlformats.org/markup-compatibility/2006">
          <mc:Choice xmlns:p14="http://schemas.microsoft.com/office/powerpoint/2010/main" Requires="p14">
            <p:contentPart p14:bwMode="auto" r:id="rId10">
              <p14:nvContentPartPr>
                <p14:cNvPr id="4" name="Ink 3">
                  <a:extLst>
                    <a:ext uri="{FF2B5EF4-FFF2-40B4-BE49-F238E27FC236}">
                      <a16:creationId xmlns:a16="http://schemas.microsoft.com/office/drawing/2014/main" id="{3C941ECD-ED77-C8BC-1781-394FD31C4515}"/>
                    </a:ext>
                  </a:extLst>
                </p14:cNvPr>
                <p14:cNvContentPartPr/>
                <p14:nvPr/>
              </p14:nvContentPartPr>
              <p14:xfrm>
                <a:off x="2520233" y="793243"/>
                <a:ext cx="6530400" cy="4624920"/>
              </p14:xfrm>
            </p:contentPart>
          </mc:Choice>
          <mc:Fallback>
            <p:pic>
              <p:nvPicPr>
                <p:cNvPr id="4" name="Ink 3">
                  <a:extLst>
                    <a:ext uri="{FF2B5EF4-FFF2-40B4-BE49-F238E27FC236}">
                      <a16:creationId xmlns:a16="http://schemas.microsoft.com/office/drawing/2014/main" id="{3C941ECD-ED77-C8BC-1781-394FD31C4515}"/>
                    </a:ext>
                  </a:extLst>
                </p:cNvPr>
                <p:cNvPicPr/>
                <p:nvPr/>
              </p:nvPicPr>
              <p:blipFill>
                <a:blip r:embed="rId11"/>
                <a:stretch>
                  <a:fillRect/>
                </a:stretch>
              </p:blipFill>
              <p:spPr>
                <a:xfrm>
                  <a:off x="2514113" y="787123"/>
                  <a:ext cx="6542640" cy="4637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 name="Ink 4">
                  <a:extLst>
                    <a:ext uri="{FF2B5EF4-FFF2-40B4-BE49-F238E27FC236}">
                      <a16:creationId xmlns:a16="http://schemas.microsoft.com/office/drawing/2014/main" id="{5A545D09-BFB0-696C-D335-4E2DE7A7BF44}"/>
                    </a:ext>
                  </a:extLst>
                </p14:cNvPr>
                <p14:cNvContentPartPr/>
                <p14:nvPr/>
              </p14:nvContentPartPr>
              <p14:xfrm>
                <a:off x="5022593" y="-59597"/>
                <a:ext cx="384840" cy="623160"/>
              </p14:xfrm>
            </p:contentPart>
          </mc:Choice>
          <mc:Fallback>
            <p:pic>
              <p:nvPicPr>
                <p:cNvPr id="5" name="Ink 4">
                  <a:extLst>
                    <a:ext uri="{FF2B5EF4-FFF2-40B4-BE49-F238E27FC236}">
                      <a16:creationId xmlns:a16="http://schemas.microsoft.com/office/drawing/2014/main" id="{5A545D09-BFB0-696C-D335-4E2DE7A7BF44}"/>
                    </a:ext>
                  </a:extLst>
                </p:cNvPr>
                <p:cNvPicPr/>
                <p:nvPr/>
              </p:nvPicPr>
              <p:blipFill>
                <a:blip r:embed="rId13"/>
                <a:stretch>
                  <a:fillRect/>
                </a:stretch>
              </p:blipFill>
              <p:spPr>
                <a:xfrm>
                  <a:off x="5016473" y="-65717"/>
                  <a:ext cx="397080" cy="635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56C2A9AA-74D6-44DB-6DEC-E2BAA36872AA}"/>
                    </a:ext>
                  </a:extLst>
                </p14:cNvPr>
                <p14:cNvContentPartPr/>
                <p14:nvPr/>
              </p14:nvContentPartPr>
              <p14:xfrm>
                <a:off x="1857113" y="4894795"/>
                <a:ext cx="517680" cy="1022400"/>
              </p14:xfrm>
            </p:contentPart>
          </mc:Choice>
          <mc:Fallback>
            <p:pic>
              <p:nvPicPr>
                <p:cNvPr id="7" name="Ink 6">
                  <a:extLst>
                    <a:ext uri="{FF2B5EF4-FFF2-40B4-BE49-F238E27FC236}">
                      <a16:creationId xmlns:a16="http://schemas.microsoft.com/office/drawing/2014/main" id="{56C2A9AA-74D6-44DB-6DEC-E2BAA36872AA}"/>
                    </a:ext>
                  </a:extLst>
                </p:cNvPr>
                <p:cNvPicPr/>
                <p:nvPr/>
              </p:nvPicPr>
              <p:blipFill>
                <a:blip r:embed="rId15"/>
                <a:stretch>
                  <a:fillRect/>
                </a:stretch>
              </p:blipFill>
              <p:spPr>
                <a:xfrm>
                  <a:off x="1850993" y="4888675"/>
                  <a:ext cx="529920" cy="1034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Ink 16">
                  <a:extLst>
                    <a:ext uri="{FF2B5EF4-FFF2-40B4-BE49-F238E27FC236}">
                      <a16:creationId xmlns:a16="http://schemas.microsoft.com/office/drawing/2014/main" id="{2641C2BB-1FED-D88D-4214-D5DECCAD7F01}"/>
                    </a:ext>
                  </a:extLst>
                </p14:cNvPr>
                <p14:cNvContentPartPr/>
                <p14:nvPr/>
              </p14:nvContentPartPr>
              <p14:xfrm>
                <a:off x="5013233" y="700075"/>
                <a:ext cx="226080" cy="147240"/>
              </p14:xfrm>
            </p:contentPart>
          </mc:Choice>
          <mc:Fallback>
            <p:pic>
              <p:nvPicPr>
                <p:cNvPr id="17" name="Ink 16">
                  <a:extLst>
                    <a:ext uri="{FF2B5EF4-FFF2-40B4-BE49-F238E27FC236}">
                      <a16:creationId xmlns:a16="http://schemas.microsoft.com/office/drawing/2014/main" id="{2641C2BB-1FED-D88D-4214-D5DECCAD7F01}"/>
                    </a:ext>
                  </a:extLst>
                </p:cNvPr>
                <p:cNvPicPr/>
                <p:nvPr/>
              </p:nvPicPr>
              <p:blipFill>
                <a:blip r:embed="rId17"/>
                <a:stretch>
                  <a:fillRect/>
                </a:stretch>
              </p:blipFill>
              <p:spPr>
                <a:xfrm>
                  <a:off x="5007113" y="693955"/>
                  <a:ext cx="2383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D49D1719-FAD5-4F69-8916-B6FD32689437}"/>
                    </a:ext>
                  </a:extLst>
                </p14:cNvPr>
                <p14:cNvContentPartPr/>
                <p14:nvPr/>
              </p14:nvContentPartPr>
              <p14:xfrm>
                <a:off x="5422913" y="686035"/>
                <a:ext cx="237600" cy="254880"/>
              </p14:xfrm>
            </p:contentPart>
          </mc:Choice>
          <mc:Fallback>
            <p:pic>
              <p:nvPicPr>
                <p:cNvPr id="18" name="Ink 17">
                  <a:extLst>
                    <a:ext uri="{FF2B5EF4-FFF2-40B4-BE49-F238E27FC236}">
                      <a16:creationId xmlns:a16="http://schemas.microsoft.com/office/drawing/2014/main" id="{D49D1719-FAD5-4F69-8916-B6FD32689437}"/>
                    </a:ext>
                  </a:extLst>
                </p:cNvPr>
                <p:cNvPicPr/>
                <p:nvPr/>
              </p:nvPicPr>
              <p:blipFill>
                <a:blip r:embed="rId19"/>
                <a:stretch>
                  <a:fillRect/>
                </a:stretch>
              </p:blipFill>
              <p:spPr>
                <a:xfrm>
                  <a:off x="5416793" y="679915"/>
                  <a:ext cx="24984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A6401109-0A11-CA67-3A1B-58B058973247}"/>
                    </a:ext>
                  </a:extLst>
                </p14:cNvPr>
                <p14:cNvContentPartPr/>
                <p14:nvPr/>
              </p14:nvContentPartPr>
              <p14:xfrm>
                <a:off x="5720633" y="799435"/>
                <a:ext cx="639000" cy="288360"/>
              </p14:xfrm>
            </p:contentPart>
          </mc:Choice>
          <mc:Fallback>
            <p:pic>
              <p:nvPicPr>
                <p:cNvPr id="19" name="Ink 18">
                  <a:extLst>
                    <a:ext uri="{FF2B5EF4-FFF2-40B4-BE49-F238E27FC236}">
                      <a16:creationId xmlns:a16="http://schemas.microsoft.com/office/drawing/2014/main" id="{A6401109-0A11-CA67-3A1B-58B058973247}"/>
                    </a:ext>
                  </a:extLst>
                </p:cNvPr>
                <p:cNvPicPr/>
                <p:nvPr/>
              </p:nvPicPr>
              <p:blipFill>
                <a:blip r:embed="rId21"/>
                <a:stretch>
                  <a:fillRect/>
                </a:stretch>
              </p:blipFill>
              <p:spPr>
                <a:xfrm>
                  <a:off x="5714513" y="793315"/>
                  <a:ext cx="651240" cy="3006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6D70348F-EB8F-46C0-DC14-C119C10B3806}"/>
                    </a:ext>
                  </a:extLst>
                </p14:cNvPr>
                <p14:cNvContentPartPr/>
                <p14:nvPr/>
              </p14:nvContentPartPr>
              <p14:xfrm>
                <a:off x="6481313" y="1012555"/>
                <a:ext cx="606960" cy="635040"/>
              </p14:xfrm>
            </p:contentPart>
          </mc:Choice>
          <mc:Fallback>
            <p:pic>
              <p:nvPicPr>
                <p:cNvPr id="20" name="Ink 19">
                  <a:extLst>
                    <a:ext uri="{FF2B5EF4-FFF2-40B4-BE49-F238E27FC236}">
                      <a16:creationId xmlns:a16="http://schemas.microsoft.com/office/drawing/2014/main" id="{6D70348F-EB8F-46C0-DC14-C119C10B3806}"/>
                    </a:ext>
                  </a:extLst>
                </p:cNvPr>
                <p:cNvPicPr/>
                <p:nvPr/>
              </p:nvPicPr>
              <p:blipFill>
                <a:blip r:embed="rId23"/>
                <a:stretch>
                  <a:fillRect/>
                </a:stretch>
              </p:blipFill>
              <p:spPr>
                <a:xfrm>
                  <a:off x="6475193" y="1006435"/>
                  <a:ext cx="619200" cy="6472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5CD05EB9-4E96-5544-C728-ABF23CD95F20}"/>
                    </a:ext>
                  </a:extLst>
                </p14:cNvPr>
                <p14:cNvContentPartPr/>
                <p14:nvPr/>
              </p14:nvContentPartPr>
              <p14:xfrm>
                <a:off x="6673553" y="1184635"/>
                <a:ext cx="239400" cy="330840"/>
              </p14:xfrm>
            </p:contentPart>
          </mc:Choice>
          <mc:Fallback>
            <p:pic>
              <p:nvPicPr>
                <p:cNvPr id="21" name="Ink 20">
                  <a:extLst>
                    <a:ext uri="{FF2B5EF4-FFF2-40B4-BE49-F238E27FC236}">
                      <a16:creationId xmlns:a16="http://schemas.microsoft.com/office/drawing/2014/main" id="{5CD05EB9-4E96-5544-C728-ABF23CD95F20}"/>
                    </a:ext>
                  </a:extLst>
                </p:cNvPr>
                <p:cNvPicPr/>
                <p:nvPr/>
              </p:nvPicPr>
              <p:blipFill>
                <a:blip r:embed="rId25"/>
                <a:stretch>
                  <a:fillRect/>
                </a:stretch>
              </p:blipFill>
              <p:spPr>
                <a:xfrm>
                  <a:off x="6667433" y="1178515"/>
                  <a:ext cx="25164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3" name="Ink 22">
                  <a:extLst>
                    <a:ext uri="{FF2B5EF4-FFF2-40B4-BE49-F238E27FC236}">
                      <a16:creationId xmlns:a16="http://schemas.microsoft.com/office/drawing/2014/main" id="{CB3EB7BD-427E-7AA1-2372-8D9844475B6B}"/>
                    </a:ext>
                  </a:extLst>
                </p14:cNvPr>
                <p14:cNvContentPartPr/>
                <p14:nvPr/>
              </p14:nvContentPartPr>
              <p14:xfrm>
                <a:off x="5198993" y="816355"/>
                <a:ext cx="138240" cy="2792520"/>
              </p14:xfrm>
            </p:contentPart>
          </mc:Choice>
          <mc:Fallback>
            <p:pic>
              <p:nvPicPr>
                <p:cNvPr id="23" name="Ink 22">
                  <a:extLst>
                    <a:ext uri="{FF2B5EF4-FFF2-40B4-BE49-F238E27FC236}">
                      <a16:creationId xmlns:a16="http://schemas.microsoft.com/office/drawing/2014/main" id="{CB3EB7BD-427E-7AA1-2372-8D9844475B6B}"/>
                    </a:ext>
                  </a:extLst>
                </p:cNvPr>
                <p:cNvPicPr/>
                <p:nvPr/>
              </p:nvPicPr>
              <p:blipFill>
                <a:blip r:embed="rId27"/>
                <a:stretch>
                  <a:fillRect/>
                </a:stretch>
              </p:blipFill>
              <p:spPr>
                <a:xfrm>
                  <a:off x="5192873" y="810235"/>
                  <a:ext cx="150480" cy="28047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5" name="Ink 24">
                  <a:extLst>
                    <a:ext uri="{FF2B5EF4-FFF2-40B4-BE49-F238E27FC236}">
                      <a16:creationId xmlns:a16="http://schemas.microsoft.com/office/drawing/2014/main" id="{C75F3768-DE86-9B35-09F9-72D248F44744}"/>
                    </a:ext>
                  </a:extLst>
                </p14:cNvPr>
                <p14:cNvContentPartPr/>
                <p14:nvPr/>
              </p14:nvContentPartPr>
              <p14:xfrm>
                <a:off x="4100273" y="833995"/>
                <a:ext cx="10440" cy="518760"/>
              </p14:xfrm>
            </p:contentPart>
          </mc:Choice>
          <mc:Fallback>
            <p:pic>
              <p:nvPicPr>
                <p:cNvPr id="25" name="Ink 24">
                  <a:extLst>
                    <a:ext uri="{FF2B5EF4-FFF2-40B4-BE49-F238E27FC236}">
                      <a16:creationId xmlns:a16="http://schemas.microsoft.com/office/drawing/2014/main" id="{C75F3768-DE86-9B35-09F9-72D248F44744}"/>
                    </a:ext>
                  </a:extLst>
                </p:cNvPr>
                <p:cNvPicPr/>
                <p:nvPr/>
              </p:nvPicPr>
              <p:blipFill>
                <a:blip r:embed="rId29"/>
                <a:stretch>
                  <a:fillRect/>
                </a:stretch>
              </p:blipFill>
              <p:spPr>
                <a:xfrm>
                  <a:off x="4094153" y="827875"/>
                  <a:ext cx="22680" cy="531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6" name="Ink 25">
                  <a:extLst>
                    <a:ext uri="{FF2B5EF4-FFF2-40B4-BE49-F238E27FC236}">
                      <a16:creationId xmlns:a16="http://schemas.microsoft.com/office/drawing/2014/main" id="{5FA932E0-0C8D-17AB-DBD6-342F3754230D}"/>
                    </a:ext>
                  </a:extLst>
                </p14:cNvPr>
                <p14:cNvContentPartPr/>
                <p14:nvPr/>
              </p14:nvContentPartPr>
              <p14:xfrm>
                <a:off x="4412033" y="859555"/>
                <a:ext cx="230760" cy="388800"/>
              </p14:xfrm>
            </p:contentPart>
          </mc:Choice>
          <mc:Fallback>
            <p:pic>
              <p:nvPicPr>
                <p:cNvPr id="26" name="Ink 25">
                  <a:extLst>
                    <a:ext uri="{FF2B5EF4-FFF2-40B4-BE49-F238E27FC236}">
                      <a16:creationId xmlns:a16="http://schemas.microsoft.com/office/drawing/2014/main" id="{5FA932E0-0C8D-17AB-DBD6-342F3754230D}"/>
                    </a:ext>
                  </a:extLst>
                </p:cNvPr>
                <p:cNvPicPr/>
                <p:nvPr/>
              </p:nvPicPr>
              <p:blipFill>
                <a:blip r:embed="rId31"/>
                <a:stretch>
                  <a:fillRect/>
                </a:stretch>
              </p:blipFill>
              <p:spPr>
                <a:xfrm>
                  <a:off x="4405913" y="853435"/>
                  <a:ext cx="243000" cy="4010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7" name="Ink 26">
                  <a:extLst>
                    <a:ext uri="{FF2B5EF4-FFF2-40B4-BE49-F238E27FC236}">
                      <a16:creationId xmlns:a16="http://schemas.microsoft.com/office/drawing/2014/main" id="{EF9D74C5-1125-5FC9-E1A3-2410D4EE0CA1}"/>
                    </a:ext>
                  </a:extLst>
                </p14:cNvPr>
                <p14:cNvContentPartPr/>
                <p14:nvPr/>
              </p14:nvContentPartPr>
              <p14:xfrm>
                <a:off x="4599593" y="1095355"/>
                <a:ext cx="215280" cy="291960"/>
              </p14:xfrm>
            </p:contentPart>
          </mc:Choice>
          <mc:Fallback>
            <p:pic>
              <p:nvPicPr>
                <p:cNvPr id="27" name="Ink 26">
                  <a:extLst>
                    <a:ext uri="{FF2B5EF4-FFF2-40B4-BE49-F238E27FC236}">
                      <a16:creationId xmlns:a16="http://schemas.microsoft.com/office/drawing/2014/main" id="{EF9D74C5-1125-5FC9-E1A3-2410D4EE0CA1}"/>
                    </a:ext>
                  </a:extLst>
                </p:cNvPr>
                <p:cNvPicPr/>
                <p:nvPr/>
              </p:nvPicPr>
              <p:blipFill>
                <a:blip r:embed="rId33"/>
                <a:stretch>
                  <a:fillRect/>
                </a:stretch>
              </p:blipFill>
              <p:spPr>
                <a:xfrm>
                  <a:off x="4593473" y="1089235"/>
                  <a:ext cx="22752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9" name="Ink 28">
                  <a:extLst>
                    <a:ext uri="{FF2B5EF4-FFF2-40B4-BE49-F238E27FC236}">
                      <a16:creationId xmlns:a16="http://schemas.microsoft.com/office/drawing/2014/main" id="{CBA62F6A-92A8-9D52-7E72-14FA28892178}"/>
                    </a:ext>
                  </a:extLst>
                </p14:cNvPr>
                <p14:cNvContentPartPr/>
                <p14:nvPr/>
              </p14:nvContentPartPr>
              <p14:xfrm>
                <a:off x="4557113" y="3496195"/>
                <a:ext cx="269280" cy="392040"/>
              </p14:xfrm>
            </p:contentPart>
          </mc:Choice>
          <mc:Fallback>
            <p:pic>
              <p:nvPicPr>
                <p:cNvPr id="29" name="Ink 28">
                  <a:extLst>
                    <a:ext uri="{FF2B5EF4-FFF2-40B4-BE49-F238E27FC236}">
                      <a16:creationId xmlns:a16="http://schemas.microsoft.com/office/drawing/2014/main" id="{CBA62F6A-92A8-9D52-7E72-14FA28892178}"/>
                    </a:ext>
                  </a:extLst>
                </p:cNvPr>
                <p:cNvPicPr/>
                <p:nvPr/>
              </p:nvPicPr>
              <p:blipFill>
                <a:blip r:embed="rId35"/>
                <a:stretch>
                  <a:fillRect/>
                </a:stretch>
              </p:blipFill>
              <p:spPr>
                <a:xfrm>
                  <a:off x="4550993" y="3490075"/>
                  <a:ext cx="281520" cy="4042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8" name="Ink 7">
                  <a:extLst>
                    <a:ext uri="{FF2B5EF4-FFF2-40B4-BE49-F238E27FC236}">
                      <a16:creationId xmlns:a16="http://schemas.microsoft.com/office/drawing/2014/main" id="{D923B1FA-2F20-99F3-F20E-CEF4D1E2DFE2}"/>
                    </a:ext>
                  </a:extLst>
                </p14:cNvPr>
                <p14:cNvContentPartPr/>
                <p14:nvPr/>
              </p14:nvContentPartPr>
              <p14:xfrm>
                <a:off x="9241793" y="4796875"/>
                <a:ext cx="456120" cy="977040"/>
              </p14:xfrm>
            </p:contentPart>
          </mc:Choice>
          <mc:Fallback>
            <p:pic>
              <p:nvPicPr>
                <p:cNvPr id="8" name="Ink 7">
                  <a:extLst>
                    <a:ext uri="{FF2B5EF4-FFF2-40B4-BE49-F238E27FC236}">
                      <a16:creationId xmlns:a16="http://schemas.microsoft.com/office/drawing/2014/main" id="{D923B1FA-2F20-99F3-F20E-CEF4D1E2DFE2}"/>
                    </a:ext>
                  </a:extLst>
                </p:cNvPr>
                <p:cNvPicPr/>
                <p:nvPr/>
              </p:nvPicPr>
              <p:blipFill>
                <a:blip r:embed="rId37"/>
                <a:stretch>
                  <a:fillRect/>
                </a:stretch>
              </p:blipFill>
              <p:spPr>
                <a:xfrm>
                  <a:off x="9235673" y="4790755"/>
                  <a:ext cx="468360" cy="9892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9" name="Ink 8">
                  <a:extLst>
                    <a:ext uri="{FF2B5EF4-FFF2-40B4-BE49-F238E27FC236}">
                      <a16:creationId xmlns:a16="http://schemas.microsoft.com/office/drawing/2014/main" id="{B7D0ED90-E418-70AD-25D1-BCD295A436CC}"/>
                    </a:ext>
                  </a:extLst>
                </p14:cNvPr>
                <p14:cNvContentPartPr/>
                <p14:nvPr/>
              </p14:nvContentPartPr>
              <p14:xfrm>
                <a:off x="9345113" y="5354155"/>
                <a:ext cx="378000" cy="103680"/>
              </p14:xfrm>
            </p:contentPart>
          </mc:Choice>
          <mc:Fallback>
            <p:pic>
              <p:nvPicPr>
                <p:cNvPr id="9" name="Ink 8">
                  <a:extLst>
                    <a:ext uri="{FF2B5EF4-FFF2-40B4-BE49-F238E27FC236}">
                      <a16:creationId xmlns:a16="http://schemas.microsoft.com/office/drawing/2014/main" id="{B7D0ED90-E418-70AD-25D1-BCD295A436CC}"/>
                    </a:ext>
                  </a:extLst>
                </p:cNvPr>
                <p:cNvPicPr/>
                <p:nvPr/>
              </p:nvPicPr>
              <p:blipFill>
                <a:blip r:embed="rId39"/>
                <a:stretch>
                  <a:fillRect/>
                </a:stretch>
              </p:blipFill>
              <p:spPr>
                <a:xfrm>
                  <a:off x="9338993" y="5348035"/>
                  <a:ext cx="39024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2" name="Ink 11">
                  <a:extLst>
                    <a:ext uri="{FF2B5EF4-FFF2-40B4-BE49-F238E27FC236}">
                      <a16:creationId xmlns:a16="http://schemas.microsoft.com/office/drawing/2014/main" id="{150E19EE-2B85-B8CB-8913-9BFDD2101D74}"/>
                    </a:ext>
                  </a:extLst>
                </p14:cNvPr>
                <p14:cNvContentPartPr/>
                <p14:nvPr/>
              </p14:nvContentPartPr>
              <p14:xfrm>
                <a:off x="4709753" y="3280915"/>
                <a:ext cx="364680" cy="157320"/>
              </p14:xfrm>
            </p:contentPart>
          </mc:Choice>
          <mc:Fallback>
            <p:pic>
              <p:nvPicPr>
                <p:cNvPr id="12" name="Ink 11">
                  <a:extLst>
                    <a:ext uri="{FF2B5EF4-FFF2-40B4-BE49-F238E27FC236}">
                      <a16:creationId xmlns:a16="http://schemas.microsoft.com/office/drawing/2014/main" id="{150E19EE-2B85-B8CB-8913-9BFDD2101D74}"/>
                    </a:ext>
                  </a:extLst>
                </p:cNvPr>
                <p:cNvPicPr/>
                <p:nvPr/>
              </p:nvPicPr>
              <p:blipFill>
                <a:blip r:embed="rId41"/>
                <a:stretch>
                  <a:fillRect/>
                </a:stretch>
              </p:blipFill>
              <p:spPr>
                <a:xfrm>
                  <a:off x="4703633" y="3274795"/>
                  <a:ext cx="37692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3" name="Ink 12">
                  <a:extLst>
                    <a:ext uri="{FF2B5EF4-FFF2-40B4-BE49-F238E27FC236}">
                      <a16:creationId xmlns:a16="http://schemas.microsoft.com/office/drawing/2014/main" id="{D9458BC4-47E7-4911-2D78-A5C5EB6E58FC}"/>
                    </a:ext>
                  </a:extLst>
                </p14:cNvPr>
                <p14:cNvContentPartPr/>
                <p14:nvPr/>
              </p14:nvContentPartPr>
              <p14:xfrm>
                <a:off x="5175953" y="3347155"/>
                <a:ext cx="360" cy="86040"/>
              </p14:xfrm>
            </p:contentPart>
          </mc:Choice>
          <mc:Fallback>
            <p:pic>
              <p:nvPicPr>
                <p:cNvPr id="13" name="Ink 12">
                  <a:extLst>
                    <a:ext uri="{FF2B5EF4-FFF2-40B4-BE49-F238E27FC236}">
                      <a16:creationId xmlns:a16="http://schemas.microsoft.com/office/drawing/2014/main" id="{D9458BC4-47E7-4911-2D78-A5C5EB6E58FC}"/>
                    </a:ext>
                  </a:extLst>
                </p:cNvPr>
                <p:cNvPicPr/>
                <p:nvPr/>
              </p:nvPicPr>
              <p:blipFill>
                <a:blip r:embed="rId43"/>
                <a:stretch>
                  <a:fillRect/>
                </a:stretch>
              </p:blipFill>
              <p:spPr>
                <a:xfrm>
                  <a:off x="5169833" y="3341035"/>
                  <a:ext cx="1260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5" name="Ink 14">
                  <a:extLst>
                    <a:ext uri="{FF2B5EF4-FFF2-40B4-BE49-F238E27FC236}">
                      <a16:creationId xmlns:a16="http://schemas.microsoft.com/office/drawing/2014/main" id="{FA102C44-E1A2-D531-CC21-66185AAF2B3C}"/>
                    </a:ext>
                  </a:extLst>
                </p14:cNvPr>
                <p14:cNvContentPartPr/>
                <p14:nvPr/>
              </p14:nvContentPartPr>
              <p14:xfrm>
                <a:off x="5296193" y="3317275"/>
                <a:ext cx="144360" cy="225720"/>
              </p14:xfrm>
            </p:contentPart>
          </mc:Choice>
          <mc:Fallback>
            <p:pic>
              <p:nvPicPr>
                <p:cNvPr id="15" name="Ink 14">
                  <a:extLst>
                    <a:ext uri="{FF2B5EF4-FFF2-40B4-BE49-F238E27FC236}">
                      <a16:creationId xmlns:a16="http://schemas.microsoft.com/office/drawing/2014/main" id="{FA102C44-E1A2-D531-CC21-66185AAF2B3C}"/>
                    </a:ext>
                  </a:extLst>
                </p:cNvPr>
                <p:cNvPicPr/>
                <p:nvPr/>
              </p:nvPicPr>
              <p:blipFill>
                <a:blip r:embed="rId45"/>
                <a:stretch>
                  <a:fillRect/>
                </a:stretch>
              </p:blipFill>
              <p:spPr>
                <a:xfrm>
                  <a:off x="5290073" y="3311155"/>
                  <a:ext cx="15660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8" name="Ink 37">
                  <a:extLst>
                    <a:ext uri="{FF2B5EF4-FFF2-40B4-BE49-F238E27FC236}">
                      <a16:creationId xmlns:a16="http://schemas.microsoft.com/office/drawing/2014/main" id="{571816B2-8F2B-8FD8-C901-56B2C24B3F7D}"/>
                    </a:ext>
                  </a:extLst>
                </p14:cNvPr>
                <p14:cNvContentPartPr/>
                <p14:nvPr/>
              </p14:nvContentPartPr>
              <p14:xfrm>
                <a:off x="4278473" y="1903555"/>
                <a:ext cx="2622240" cy="2720160"/>
              </p14:xfrm>
            </p:contentPart>
          </mc:Choice>
          <mc:Fallback>
            <p:pic>
              <p:nvPicPr>
                <p:cNvPr id="38" name="Ink 37">
                  <a:extLst>
                    <a:ext uri="{FF2B5EF4-FFF2-40B4-BE49-F238E27FC236}">
                      <a16:creationId xmlns:a16="http://schemas.microsoft.com/office/drawing/2014/main" id="{571816B2-8F2B-8FD8-C901-56B2C24B3F7D}"/>
                    </a:ext>
                  </a:extLst>
                </p:cNvPr>
                <p:cNvPicPr/>
                <p:nvPr/>
              </p:nvPicPr>
              <p:blipFill>
                <a:blip r:embed="rId47"/>
                <a:stretch>
                  <a:fillRect/>
                </a:stretch>
              </p:blipFill>
              <p:spPr>
                <a:xfrm>
                  <a:off x="4272353" y="1897435"/>
                  <a:ext cx="2634480" cy="2732400"/>
                </a:xfrm>
                <a:prstGeom prst="rect">
                  <a:avLst/>
                </a:prstGeom>
              </p:spPr>
            </p:pic>
          </mc:Fallback>
        </mc:AlternateContent>
      </p:grpSp>
    </p:spTree>
    <p:extLst>
      <p:ext uri="{BB962C8B-B14F-4D97-AF65-F5344CB8AC3E}">
        <p14:creationId xmlns:p14="http://schemas.microsoft.com/office/powerpoint/2010/main" val="3077550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8D721-BC90-527B-B218-7F92705EBC34}"/>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76D83C1-041F-8E86-C2B8-4F25080F984E}"/>
                  </a:ext>
                </a:extLst>
              </p14:cNvPr>
              <p14:cNvContentPartPr/>
              <p14:nvPr/>
            </p14:nvContentPartPr>
            <p14:xfrm>
              <a:off x="2735153" y="590923"/>
              <a:ext cx="5724720" cy="4867920"/>
            </p14:xfrm>
          </p:contentPart>
        </mc:Choice>
        <mc:Fallback>
          <p:pic>
            <p:nvPicPr>
              <p:cNvPr id="2" name="Ink 1">
                <a:extLst>
                  <a:ext uri="{FF2B5EF4-FFF2-40B4-BE49-F238E27FC236}">
                    <a16:creationId xmlns:a16="http://schemas.microsoft.com/office/drawing/2014/main" id="{576D83C1-041F-8E86-C2B8-4F25080F984E}"/>
                  </a:ext>
                </a:extLst>
              </p:cNvPr>
              <p:cNvPicPr/>
              <p:nvPr/>
            </p:nvPicPr>
            <p:blipFill>
              <a:blip r:embed="rId3"/>
              <a:stretch>
                <a:fillRect/>
              </a:stretch>
            </p:blipFill>
            <p:spPr>
              <a:xfrm>
                <a:off x="2729033" y="584803"/>
                <a:ext cx="5736960" cy="4880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3EDECD57-BCCF-75E6-AA10-B83CF9656FCD}"/>
                  </a:ext>
                </a:extLst>
              </p14:cNvPr>
              <p14:cNvContentPartPr/>
              <p14:nvPr/>
            </p14:nvContentPartPr>
            <p14:xfrm>
              <a:off x="3214313" y="1796203"/>
              <a:ext cx="679680" cy="872640"/>
            </p14:xfrm>
          </p:contentPart>
        </mc:Choice>
        <mc:Fallback>
          <p:pic>
            <p:nvPicPr>
              <p:cNvPr id="3" name="Ink 2">
                <a:extLst>
                  <a:ext uri="{FF2B5EF4-FFF2-40B4-BE49-F238E27FC236}">
                    <a16:creationId xmlns:a16="http://schemas.microsoft.com/office/drawing/2014/main" id="{3EDECD57-BCCF-75E6-AA10-B83CF9656FCD}"/>
                  </a:ext>
                </a:extLst>
              </p:cNvPr>
              <p:cNvPicPr/>
              <p:nvPr/>
            </p:nvPicPr>
            <p:blipFill>
              <a:blip r:embed="rId5"/>
              <a:stretch>
                <a:fillRect/>
              </a:stretch>
            </p:blipFill>
            <p:spPr>
              <a:xfrm>
                <a:off x="3208193" y="1790083"/>
                <a:ext cx="691920" cy="884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B6E81C60-3D91-A3C2-CF49-6A952B508D5B}"/>
                  </a:ext>
                </a:extLst>
              </p14:cNvPr>
              <p14:cNvContentPartPr/>
              <p14:nvPr/>
            </p14:nvContentPartPr>
            <p14:xfrm>
              <a:off x="7614233" y="1977283"/>
              <a:ext cx="536400" cy="1185480"/>
            </p14:xfrm>
          </p:contentPart>
        </mc:Choice>
        <mc:Fallback>
          <p:pic>
            <p:nvPicPr>
              <p:cNvPr id="6" name="Ink 5">
                <a:extLst>
                  <a:ext uri="{FF2B5EF4-FFF2-40B4-BE49-F238E27FC236}">
                    <a16:creationId xmlns:a16="http://schemas.microsoft.com/office/drawing/2014/main" id="{B6E81C60-3D91-A3C2-CF49-6A952B508D5B}"/>
                  </a:ext>
                </a:extLst>
              </p:cNvPr>
              <p:cNvPicPr/>
              <p:nvPr/>
            </p:nvPicPr>
            <p:blipFill>
              <a:blip r:embed="rId7"/>
              <a:stretch>
                <a:fillRect/>
              </a:stretch>
            </p:blipFill>
            <p:spPr>
              <a:xfrm>
                <a:off x="7608113" y="1971163"/>
                <a:ext cx="548640" cy="1197720"/>
              </a:xfrm>
              <a:prstGeom prst="rect">
                <a:avLst/>
              </a:prstGeom>
            </p:spPr>
          </p:pic>
        </mc:Fallback>
      </mc:AlternateContent>
      <p:grpSp>
        <p:nvGrpSpPr>
          <p:cNvPr id="16" name="Group 15">
            <a:extLst>
              <a:ext uri="{FF2B5EF4-FFF2-40B4-BE49-F238E27FC236}">
                <a16:creationId xmlns:a16="http://schemas.microsoft.com/office/drawing/2014/main" id="{5FF63C59-0F7D-418C-9132-2456737C51B9}"/>
              </a:ext>
            </a:extLst>
          </p:cNvPr>
          <p:cNvGrpSpPr/>
          <p:nvPr/>
        </p:nvGrpSpPr>
        <p:grpSpPr>
          <a:xfrm>
            <a:off x="5124113" y="5665483"/>
            <a:ext cx="339840" cy="736560"/>
            <a:chOff x="5124113" y="5665483"/>
            <a:chExt cx="339840" cy="736560"/>
          </a:xfrm>
        </p:grpSpPr>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FAF41223-4C41-18BB-B646-3B103734BCD7}"/>
                    </a:ext>
                  </a:extLst>
                </p14:cNvPr>
                <p14:cNvContentPartPr/>
                <p14:nvPr/>
              </p14:nvContentPartPr>
              <p14:xfrm>
                <a:off x="5124113" y="5665483"/>
                <a:ext cx="339840" cy="736560"/>
              </p14:xfrm>
            </p:contentPart>
          </mc:Choice>
          <mc:Fallback>
            <p:pic>
              <p:nvPicPr>
                <p:cNvPr id="10" name="Ink 9">
                  <a:extLst>
                    <a:ext uri="{FF2B5EF4-FFF2-40B4-BE49-F238E27FC236}">
                      <a16:creationId xmlns:a16="http://schemas.microsoft.com/office/drawing/2014/main" id="{FAF41223-4C41-18BB-B646-3B103734BCD7}"/>
                    </a:ext>
                  </a:extLst>
                </p:cNvPr>
                <p:cNvPicPr/>
                <p:nvPr/>
              </p:nvPicPr>
              <p:blipFill>
                <a:blip r:embed="rId9"/>
                <a:stretch>
                  <a:fillRect/>
                </a:stretch>
              </p:blipFill>
              <p:spPr>
                <a:xfrm>
                  <a:off x="5117993" y="5659363"/>
                  <a:ext cx="352080" cy="74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4" name="Ink 13">
                  <a:extLst>
                    <a:ext uri="{FF2B5EF4-FFF2-40B4-BE49-F238E27FC236}">
                      <a16:creationId xmlns:a16="http://schemas.microsoft.com/office/drawing/2014/main" id="{23F6725D-5A62-5AFD-B151-9B0A055B774B}"/>
                    </a:ext>
                  </a:extLst>
                </p14:cNvPr>
                <p14:cNvContentPartPr/>
                <p14:nvPr/>
              </p14:nvContentPartPr>
              <p14:xfrm>
                <a:off x="5210153" y="5980843"/>
                <a:ext cx="188640" cy="29520"/>
              </p14:xfrm>
            </p:contentPart>
          </mc:Choice>
          <mc:Fallback>
            <p:pic>
              <p:nvPicPr>
                <p:cNvPr id="14" name="Ink 13">
                  <a:extLst>
                    <a:ext uri="{FF2B5EF4-FFF2-40B4-BE49-F238E27FC236}">
                      <a16:creationId xmlns:a16="http://schemas.microsoft.com/office/drawing/2014/main" id="{23F6725D-5A62-5AFD-B151-9B0A055B774B}"/>
                    </a:ext>
                  </a:extLst>
                </p:cNvPr>
                <p:cNvPicPr/>
                <p:nvPr/>
              </p:nvPicPr>
              <p:blipFill>
                <a:blip r:embed="rId11"/>
                <a:stretch>
                  <a:fillRect/>
                </a:stretch>
              </p:blipFill>
              <p:spPr>
                <a:xfrm>
                  <a:off x="5204033" y="5974723"/>
                  <a:ext cx="200880" cy="41760"/>
                </a:xfrm>
                <a:prstGeom prst="rect">
                  <a:avLst/>
                </a:prstGeom>
              </p:spPr>
            </p:pic>
          </mc:Fallback>
        </mc:AlternateContent>
      </p:grpSp>
    </p:spTree>
    <p:extLst>
      <p:ext uri="{BB962C8B-B14F-4D97-AF65-F5344CB8AC3E}">
        <p14:creationId xmlns:p14="http://schemas.microsoft.com/office/powerpoint/2010/main" val="436402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1935</Words>
  <Application>Microsoft Office PowerPoint</Application>
  <PresentationFormat>Widescreen</PresentationFormat>
  <Paragraphs>100</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Times New Roman</vt:lpstr>
      <vt:lpstr>Office Theme</vt:lpstr>
      <vt:lpstr>Dissertation plan</vt:lpstr>
      <vt:lpstr>What I have</vt:lpstr>
      <vt:lpstr>hypothesis</vt:lpstr>
      <vt:lpstr>Hypothesis – more ideas</vt:lpstr>
      <vt:lpstr>Bigger ideas – likely too big</vt:lpstr>
      <vt:lpstr>More ideas</vt:lpstr>
      <vt:lpstr>Which bacteria to start with?</vt:lpstr>
      <vt:lpstr>Major problems (1)</vt:lpstr>
      <vt:lpstr>Major problems (2)</vt:lpstr>
      <vt:lpstr>Major Problems (3)</vt:lpstr>
      <vt:lpstr>MP3 continued</vt:lpstr>
      <vt:lpstr>Minor problems</vt:lpstr>
      <vt:lpstr>More problems (?)</vt:lpstr>
      <vt:lpstr>First steps – answer major problem 1</vt:lpstr>
      <vt:lpstr>First steps – answer major problem 2</vt:lpstr>
      <vt:lpstr>What I want the outputs to look like</vt:lpstr>
      <vt:lpstr>visuals</vt:lpstr>
      <vt:lpstr>Other outputs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Toby Nunn</dc:creator>
  <cp:lastModifiedBy>Toby Nunn</cp:lastModifiedBy>
  <cp:revision>34</cp:revision>
  <dcterms:created xsi:type="dcterms:W3CDTF">2025-06-07T08:34:47Z</dcterms:created>
  <dcterms:modified xsi:type="dcterms:W3CDTF">2025-06-30T08:38:12Z</dcterms:modified>
</cp:coreProperties>
</file>